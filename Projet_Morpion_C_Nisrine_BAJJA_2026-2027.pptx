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64" r:id="rId4"/>
    <p:sldId id="260" r:id="rId5"/>
    <p:sldId id="265" r:id="rId6"/>
    <p:sldId id="271" r:id="rId18"/>
    <p:sldId id="261" r:id="rId7"/>
    <p:sldId id="262" r:id="rId8"/>
    <p:sldId id="269" r:id="rId9"/>
    <p:sldId id="270" r:id="rId10"/>
    <p:sldId id="259" r:id="rId11"/>
    <p:sldId id="268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7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BE509-F6B1-4CAC-9873-061A594A4281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8228C-73D4-4DDB-9F87-F77F487231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4372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8228C-73D4-4DDB-9F87-F77F4872319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82605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738" name="Group 2"/>
          <p:cNvGrpSpPr>
            <a:grpSpLocks/>
          </p:cNvGrpSpPr>
          <p:nvPr/>
        </p:nvGrpSpPr>
        <p:grpSpPr bwMode="auto">
          <a:xfrm>
            <a:off x="209550" y="188913"/>
            <a:ext cx="8723313" cy="6083300"/>
            <a:chOff x="132" y="119"/>
            <a:chExt cx="5495" cy="3832"/>
          </a:xfrm>
        </p:grpSpPr>
        <p:sp>
          <p:nvSpPr>
            <p:cNvPr id="244739" name="AutoShape 3"/>
            <p:cNvSpPr>
              <a:spLocks noChangeArrowheads="1"/>
            </p:cNvSpPr>
            <p:nvPr userDrawn="1"/>
          </p:nvSpPr>
          <p:spPr bwMode="auto">
            <a:xfrm>
              <a:off x="141" y="119"/>
              <a:ext cx="5477" cy="3538"/>
            </a:xfrm>
            <a:prstGeom prst="roundRect">
              <a:avLst>
                <a:gd name="adj" fmla="val 2319"/>
              </a:avLst>
            </a:prstGeom>
            <a:gradFill rotWithShape="1">
              <a:gsLst>
                <a:gs pos="0">
                  <a:srgbClr val="006BAB"/>
                </a:gs>
                <a:gs pos="100000">
                  <a:srgbClr val="009DD5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006BAB"/>
                </a:solidFill>
              </a:endParaRPr>
            </a:p>
          </p:txBody>
        </p:sp>
        <p:grpSp>
          <p:nvGrpSpPr>
            <p:cNvPr id="244740" name="Group 9"/>
            <p:cNvGrpSpPr>
              <a:grpSpLocks noChangeAspect="1"/>
            </p:cNvGrpSpPr>
            <p:nvPr userDrawn="1"/>
          </p:nvGrpSpPr>
          <p:grpSpPr bwMode="auto">
            <a:xfrm>
              <a:off x="132" y="3113"/>
              <a:ext cx="5495" cy="838"/>
              <a:chOff x="-3905250" y="4294188"/>
              <a:chExt cx="13011150" cy="1892300"/>
            </a:xfrm>
          </p:grpSpPr>
          <p:sp>
            <p:nvSpPr>
              <p:cNvPr id="22" name="Freeform 14"/>
              <p:cNvSpPr>
                <a:spLocks/>
              </p:cNvSpPr>
              <p:nvPr userDrawn="1"/>
            </p:nvSpPr>
            <p:spPr bwMode="hidden">
              <a:xfrm>
                <a:off x="4810682" y="4499676"/>
                <a:ext cx="4295218" cy="1016152"/>
              </a:xfrm>
              <a:custGeom>
                <a:avLst/>
                <a:gdLst/>
                <a:ahLst/>
                <a:cxnLst>
                  <a:cxn ang="0">
                    <a:pos x="2700" y="0"/>
                  </a:cxn>
                  <a:cxn ang="0">
                    <a:pos x="2700" y="0"/>
                  </a:cxn>
                  <a:cxn ang="0">
                    <a:pos x="2586" y="18"/>
                  </a:cxn>
                  <a:cxn ang="0">
                    <a:pos x="2470" y="38"/>
                  </a:cxn>
                  <a:cxn ang="0">
                    <a:pos x="2352" y="60"/>
                  </a:cxn>
                  <a:cxn ang="0">
                    <a:pos x="2230" y="82"/>
                  </a:cxn>
                  <a:cxn ang="0">
                    <a:pos x="2106" y="108"/>
                  </a:cxn>
                  <a:cxn ang="0">
                    <a:pos x="1978" y="134"/>
                  </a:cxn>
                  <a:cxn ang="0">
                    <a:pos x="1848" y="164"/>
                  </a:cxn>
                  <a:cxn ang="0">
                    <a:pos x="1714" y="194"/>
                  </a:cxn>
                  <a:cxn ang="0">
                    <a:pos x="1714" y="194"/>
                  </a:cxn>
                  <a:cxn ang="0">
                    <a:pos x="1472" y="252"/>
                  </a:cxn>
                  <a:cxn ang="0">
                    <a:pos x="1236" y="304"/>
                  </a:cxn>
                  <a:cxn ang="0">
                    <a:pos x="1010" y="352"/>
                  </a:cxn>
                  <a:cxn ang="0">
                    <a:pos x="792" y="398"/>
                  </a:cxn>
                  <a:cxn ang="0">
                    <a:pos x="584" y="438"/>
                  </a:cxn>
                  <a:cxn ang="0">
                    <a:pos x="382" y="474"/>
                  </a:cxn>
                  <a:cxn ang="0">
                    <a:pos x="188" y="508"/>
                  </a:cxn>
                  <a:cxn ang="0">
                    <a:pos x="0" y="538"/>
                  </a:cxn>
                  <a:cxn ang="0">
                    <a:pos x="0" y="538"/>
                  </a:cxn>
                  <a:cxn ang="0">
                    <a:pos x="130" y="556"/>
                  </a:cxn>
                  <a:cxn ang="0">
                    <a:pos x="254" y="572"/>
                  </a:cxn>
                  <a:cxn ang="0">
                    <a:pos x="374" y="586"/>
                  </a:cxn>
                  <a:cxn ang="0">
                    <a:pos x="492" y="598"/>
                  </a:cxn>
                  <a:cxn ang="0">
                    <a:pos x="606" y="610"/>
                  </a:cxn>
                  <a:cxn ang="0">
                    <a:pos x="716" y="618"/>
                  </a:cxn>
                  <a:cxn ang="0">
                    <a:pos x="822" y="626"/>
                  </a:cxn>
                  <a:cxn ang="0">
                    <a:pos x="926" y="632"/>
                  </a:cxn>
                  <a:cxn ang="0">
                    <a:pos x="1028" y="636"/>
                  </a:cxn>
                  <a:cxn ang="0">
                    <a:pos x="1126" y="638"/>
                  </a:cxn>
                  <a:cxn ang="0">
                    <a:pos x="1220" y="640"/>
                  </a:cxn>
                  <a:cxn ang="0">
                    <a:pos x="1312" y="640"/>
                  </a:cxn>
                  <a:cxn ang="0">
                    <a:pos x="1402" y="638"/>
                  </a:cxn>
                  <a:cxn ang="0">
                    <a:pos x="1490" y="636"/>
                  </a:cxn>
                  <a:cxn ang="0">
                    <a:pos x="1574" y="632"/>
                  </a:cxn>
                  <a:cxn ang="0">
                    <a:pos x="1656" y="626"/>
                  </a:cxn>
                  <a:cxn ang="0">
                    <a:pos x="1734" y="620"/>
                  </a:cxn>
                  <a:cxn ang="0">
                    <a:pos x="1812" y="612"/>
                  </a:cxn>
                  <a:cxn ang="0">
                    <a:pos x="1886" y="602"/>
                  </a:cxn>
                  <a:cxn ang="0">
                    <a:pos x="1960" y="592"/>
                  </a:cxn>
                  <a:cxn ang="0">
                    <a:pos x="2030" y="580"/>
                  </a:cxn>
                  <a:cxn ang="0">
                    <a:pos x="2100" y="568"/>
                  </a:cxn>
                  <a:cxn ang="0">
                    <a:pos x="2166" y="554"/>
                  </a:cxn>
                  <a:cxn ang="0">
                    <a:pos x="2232" y="540"/>
                  </a:cxn>
                  <a:cxn ang="0">
                    <a:pos x="2296" y="524"/>
                  </a:cxn>
                  <a:cxn ang="0">
                    <a:pos x="2358" y="508"/>
                  </a:cxn>
                  <a:cxn ang="0">
                    <a:pos x="2418" y="490"/>
                  </a:cxn>
                  <a:cxn ang="0">
                    <a:pos x="2478" y="472"/>
                  </a:cxn>
                  <a:cxn ang="0">
                    <a:pos x="2592" y="432"/>
                  </a:cxn>
                  <a:cxn ang="0">
                    <a:pos x="2702" y="390"/>
                  </a:cxn>
                  <a:cxn ang="0">
                    <a:pos x="2702" y="390"/>
                  </a:cxn>
                  <a:cxn ang="0">
                    <a:pos x="2706" y="388"/>
                  </a:cxn>
                  <a:cxn ang="0">
                    <a:pos x="2706" y="388"/>
                  </a:cxn>
                  <a:cxn ang="0">
                    <a:pos x="2706" y="0"/>
                  </a:cxn>
                  <a:cxn ang="0">
                    <a:pos x="2706" y="0"/>
                  </a:cxn>
                  <a:cxn ang="0">
                    <a:pos x="2700" y="0"/>
                  </a:cxn>
                  <a:cxn ang="0">
                    <a:pos x="2700" y="0"/>
                  </a:cxn>
                </a:cxnLst>
                <a:rect l="0" t="0" r="r" b="b"/>
                <a:pathLst>
                  <a:path w="2706" h="640">
                    <a:moveTo>
                      <a:pt x="2700" y="0"/>
                    </a:moveTo>
                    <a:lnTo>
                      <a:pt x="2700" y="0"/>
                    </a:lnTo>
                    <a:lnTo>
                      <a:pt x="2586" y="18"/>
                    </a:lnTo>
                    <a:lnTo>
                      <a:pt x="2470" y="38"/>
                    </a:lnTo>
                    <a:lnTo>
                      <a:pt x="2352" y="60"/>
                    </a:lnTo>
                    <a:lnTo>
                      <a:pt x="2230" y="82"/>
                    </a:lnTo>
                    <a:lnTo>
                      <a:pt x="2106" y="108"/>
                    </a:lnTo>
                    <a:lnTo>
                      <a:pt x="1978" y="134"/>
                    </a:lnTo>
                    <a:lnTo>
                      <a:pt x="1848" y="164"/>
                    </a:lnTo>
                    <a:lnTo>
                      <a:pt x="1714" y="194"/>
                    </a:lnTo>
                    <a:lnTo>
                      <a:pt x="1714" y="194"/>
                    </a:lnTo>
                    <a:lnTo>
                      <a:pt x="1472" y="252"/>
                    </a:lnTo>
                    <a:lnTo>
                      <a:pt x="1236" y="304"/>
                    </a:lnTo>
                    <a:lnTo>
                      <a:pt x="1010" y="352"/>
                    </a:lnTo>
                    <a:lnTo>
                      <a:pt x="792" y="398"/>
                    </a:lnTo>
                    <a:lnTo>
                      <a:pt x="584" y="438"/>
                    </a:lnTo>
                    <a:lnTo>
                      <a:pt x="382" y="474"/>
                    </a:lnTo>
                    <a:lnTo>
                      <a:pt x="188" y="508"/>
                    </a:lnTo>
                    <a:lnTo>
                      <a:pt x="0" y="538"/>
                    </a:lnTo>
                    <a:lnTo>
                      <a:pt x="0" y="538"/>
                    </a:lnTo>
                    <a:lnTo>
                      <a:pt x="130" y="556"/>
                    </a:lnTo>
                    <a:lnTo>
                      <a:pt x="254" y="572"/>
                    </a:lnTo>
                    <a:lnTo>
                      <a:pt x="374" y="586"/>
                    </a:lnTo>
                    <a:lnTo>
                      <a:pt x="492" y="598"/>
                    </a:lnTo>
                    <a:lnTo>
                      <a:pt x="606" y="610"/>
                    </a:lnTo>
                    <a:lnTo>
                      <a:pt x="716" y="618"/>
                    </a:lnTo>
                    <a:lnTo>
                      <a:pt x="822" y="626"/>
                    </a:lnTo>
                    <a:lnTo>
                      <a:pt x="926" y="632"/>
                    </a:lnTo>
                    <a:lnTo>
                      <a:pt x="1028" y="636"/>
                    </a:lnTo>
                    <a:lnTo>
                      <a:pt x="1126" y="638"/>
                    </a:lnTo>
                    <a:lnTo>
                      <a:pt x="1220" y="640"/>
                    </a:lnTo>
                    <a:lnTo>
                      <a:pt x="1312" y="640"/>
                    </a:lnTo>
                    <a:lnTo>
                      <a:pt x="1402" y="638"/>
                    </a:lnTo>
                    <a:lnTo>
                      <a:pt x="1490" y="636"/>
                    </a:lnTo>
                    <a:lnTo>
                      <a:pt x="1574" y="632"/>
                    </a:lnTo>
                    <a:lnTo>
                      <a:pt x="1656" y="626"/>
                    </a:lnTo>
                    <a:lnTo>
                      <a:pt x="1734" y="620"/>
                    </a:lnTo>
                    <a:lnTo>
                      <a:pt x="1812" y="612"/>
                    </a:lnTo>
                    <a:lnTo>
                      <a:pt x="1886" y="602"/>
                    </a:lnTo>
                    <a:lnTo>
                      <a:pt x="1960" y="592"/>
                    </a:lnTo>
                    <a:lnTo>
                      <a:pt x="2030" y="580"/>
                    </a:lnTo>
                    <a:lnTo>
                      <a:pt x="2100" y="568"/>
                    </a:lnTo>
                    <a:lnTo>
                      <a:pt x="2166" y="554"/>
                    </a:lnTo>
                    <a:lnTo>
                      <a:pt x="2232" y="540"/>
                    </a:lnTo>
                    <a:lnTo>
                      <a:pt x="2296" y="524"/>
                    </a:lnTo>
                    <a:lnTo>
                      <a:pt x="2358" y="508"/>
                    </a:lnTo>
                    <a:lnTo>
                      <a:pt x="2418" y="490"/>
                    </a:lnTo>
                    <a:lnTo>
                      <a:pt x="2478" y="472"/>
                    </a:lnTo>
                    <a:lnTo>
                      <a:pt x="2592" y="432"/>
                    </a:lnTo>
                    <a:lnTo>
                      <a:pt x="2702" y="390"/>
                    </a:lnTo>
                    <a:lnTo>
                      <a:pt x="2702" y="390"/>
                    </a:lnTo>
                    <a:lnTo>
                      <a:pt x="2706" y="388"/>
                    </a:lnTo>
                    <a:lnTo>
                      <a:pt x="2706" y="388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0" y="0"/>
                    </a:lnTo>
                    <a:lnTo>
                      <a:pt x="2700" y="0"/>
                    </a:lnTo>
                    <a:close/>
                  </a:path>
                </a:pathLst>
              </a:custGeom>
              <a:solidFill>
                <a:schemeClr val="bg2">
                  <a:alpha val="29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solidFill>
                    <a:srgbClr val="006BAB"/>
                  </a:solidFill>
                </a:endParaRPr>
              </a:p>
            </p:txBody>
          </p:sp>
          <p:sp>
            <p:nvSpPr>
              <p:cNvPr id="23" name="Freeform 18"/>
              <p:cNvSpPr>
                <a:spLocks/>
              </p:cNvSpPr>
              <p:nvPr userDrawn="1"/>
            </p:nvSpPr>
            <p:spPr bwMode="hidden">
              <a:xfrm>
                <a:off x="-308537" y="4319027"/>
                <a:ext cx="8280252" cy="1208092"/>
              </a:xfrm>
              <a:custGeom>
                <a:avLst/>
                <a:gdLst/>
                <a:ahLst/>
                <a:cxnLst>
                  <a:cxn ang="0">
                    <a:pos x="5216" y="714"/>
                  </a:cxn>
                  <a:cxn ang="0">
                    <a:pos x="4984" y="686"/>
                  </a:cxn>
                  <a:cxn ang="0">
                    <a:pos x="4478" y="610"/>
                  </a:cxn>
                  <a:cxn ang="0">
                    <a:pos x="3914" y="508"/>
                  </a:cxn>
                  <a:cxn ang="0">
                    <a:pos x="3286" y="374"/>
                  </a:cxn>
                  <a:cxn ang="0">
                    <a:pos x="2946" y="296"/>
                  </a:cxn>
                  <a:cxn ang="0">
                    <a:pos x="2682" y="236"/>
                  </a:cxn>
                  <a:cxn ang="0">
                    <a:pos x="2430" y="184"/>
                  </a:cxn>
                  <a:cxn ang="0">
                    <a:pos x="2190" y="140"/>
                  </a:cxn>
                  <a:cxn ang="0">
                    <a:pos x="1960" y="102"/>
                  </a:cxn>
                  <a:cxn ang="0">
                    <a:pos x="1740" y="72"/>
                  </a:cxn>
                  <a:cxn ang="0">
                    <a:pos x="1334" y="28"/>
                  </a:cxn>
                  <a:cxn ang="0">
                    <a:pos x="970" y="4"/>
                  </a:cxn>
                  <a:cxn ang="0">
                    <a:pos x="644" y="0"/>
                  </a:cxn>
                  <a:cxn ang="0">
                    <a:pos x="358" y="10"/>
                  </a:cxn>
                  <a:cxn ang="0">
                    <a:pos x="110" y="32"/>
                  </a:cxn>
                  <a:cxn ang="0">
                    <a:pos x="0" y="48"/>
                  </a:cxn>
                  <a:cxn ang="0">
                    <a:pos x="314" y="86"/>
                  </a:cxn>
                  <a:cxn ang="0">
                    <a:pos x="652" y="140"/>
                  </a:cxn>
                  <a:cxn ang="0">
                    <a:pos x="1014" y="210"/>
                  </a:cxn>
                  <a:cxn ang="0">
                    <a:pos x="1402" y="296"/>
                  </a:cxn>
                  <a:cxn ang="0">
                    <a:pos x="1756" y="378"/>
                  </a:cxn>
                  <a:cxn ang="0">
                    <a:pos x="2408" y="516"/>
                  </a:cxn>
                  <a:cxn ang="0">
                    <a:pos x="2708" y="572"/>
                  </a:cxn>
                  <a:cxn ang="0">
                    <a:pos x="2992" y="620"/>
                  </a:cxn>
                  <a:cxn ang="0">
                    <a:pos x="3260" y="662"/>
                  </a:cxn>
                  <a:cxn ang="0">
                    <a:pos x="3512" y="694"/>
                  </a:cxn>
                  <a:cxn ang="0">
                    <a:pos x="3750" y="722"/>
                  </a:cxn>
                  <a:cxn ang="0">
                    <a:pos x="3974" y="740"/>
                  </a:cxn>
                  <a:cxn ang="0">
                    <a:pos x="4184" y="754"/>
                  </a:cxn>
                  <a:cxn ang="0">
                    <a:pos x="4384" y="762"/>
                  </a:cxn>
                  <a:cxn ang="0">
                    <a:pos x="4570" y="762"/>
                  </a:cxn>
                  <a:cxn ang="0">
                    <a:pos x="4746" y="758"/>
                  </a:cxn>
                  <a:cxn ang="0">
                    <a:pos x="4912" y="748"/>
                  </a:cxn>
                  <a:cxn ang="0">
                    <a:pos x="5068" y="732"/>
                  </a:cxn>
                  <a:cxn ang="0">
                    <a:pos x="5216" y="714"/>
                  </a:cxn>
                </a:cxnLst>
                <a:rect l="0" t="0" r="r" b="b"/>
                <a:pathLst>
                  <a:path w="5216" h="762">
                    <a:moveTo>
                      <a:pt x="5216" y="714"/>
                    </a:moveTo>
                    <a:lnTo>
                      <a:pt x="5216" y="714"/>
                    </a:lnTo>
                    <a:lnTo>
                      <a:pt x="5102" y="700"/>
                    </a:lnTo>
                    <a:lnTo>
                      <a:pt x="4984" y="686"/>
                    </a:lnTo>
                    <a:lnTo>
                      <a:pt x="4738" y="652"/>
                    </a:lnTo>
                    <a:lnTo>
                      <a:pt x="4478" y="610"/>
                    </a:lnTo>
                    <a:lnTo>
                      <a:pt x="4204" y="564"/>
                    </a:lnTo>
                    <a:lnTo>
                      <a:pt x="3914" y="508"/>
                    </a:lnTo>
                    <a:lnTo>
                      <a:pt x="3608" y="446"/>
                    </a:lnTo>
                    <a:lnTo>
                      <a:pt x="3286" y="374"/>
                    </a:lnTo>
                    <a:lnTo>
                      <a:pt x="2946" y="296"/>
                    </a:lnTo>
                    <a:lnTo>
                      <a:pt x="2946" y="296"/>
                    </a:lnTo>
                    <a:lnTo>
                      <a:pt x="2812" y="266"/>
                    </a:lnTo>
                    <a:lnTo>
                      <a:pt x="2682" y="236"/>
                    </a:lnTo>
                    <a:lnTo>
                      <a:pt x="2556" y="210"/>
                    </a:lnTo>
                    <a:lnTo>
                      <a:pt x="2430" y="184"/>
                    </a:lnTo>
                    <a:lnTo>
                      <a:pt x="2308" y="162"/>
                    </a:lnTo>
                    <a:lnTo>
                      <a:pt x="2190" y="140"/>
                    </a:lnTo>
                    <a:lnTo>
                      <a:pt x="2074" y="120"/>
                    </a:lnTo>
                    <a:lnTo>
                      <a:pt x="1960" y="102"/>
                    </a:lnTo>
                    <a:lnTo>
                      <a:pt x="1850" y="86"/>
                    </a:lnTo>
                    <a:lnTo>
                      <a:pt x="1740" y="72"/>
                    </a:lnTo>
                    <a:lnTo>
                      <a:pt x="1532" y="46"/>
                    </a:lnTo>
                    <a:lnTo>
                      <a:pt x="1334" y="28"/>
                    </a:lnTo>
                    <a:lnTo>
                      <a:pt x="1148" y="14"/>
                    </a:lnTo>
                    <a:lnTo>
                      <a:pt x="970" y="4"/>
                    </a:lnTo>
                    <a:lnTo>
                      <a:pt x="802" y="0"/>
                    </a:lnTo>
                    <a:lnTo>
                      <a:pt x="644" y="0"/>
                    </a:lnTo>
                    <a:lnTo>
                      <a:pt x="496" y="4"/>
                    </a:lnTo>
                    <a:lnTo>
                      <a:pt x="358" y="10"/>
                    </a:lnTo>
                    <a:lnTo>
                      <a:pt x="230" y="20"/>
                    </a:lnTo>
                    <a:lnTo>
                      <a:pt x="110" y="32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154" y="66"/>
                    </a:lnTo>
                    <a:lnTo>
                      <a:pt x="314" y="86"/>
                    </a:lnTo>
                    <a:lnTo>
                      <a:pt x="480" y="112"/>
                    </a:lnTo>
                    <a:lnTo>
                      <a:pt x="652" y="140"/>
                    </a:lnTo>
                    <a:lnTo>
                      <a:pt x="830" y="174"/>
                    </a:lnTo>
                    <a:lnTo>
                      <a:pt x="1014" y="210"/>
                    </a:lnTo>
                    <a:lnTo>
                      <a:pt x="1206" y="250"/>
                    </a:lnTo>
                    <a:lnTo>
                      <a:pt x="1402" y="296"/>
                    </a:lnTo>
                    <a:lnTo>
                      <a:pt x="1402" y="296"/>
                    </a:lnTo>
                    <a:lnTo>
                      <a:pt x="1756" y="378"/>
                    </a:lnTo>
                    <a:lnTo>
                      <a:pt x="2092" y="450"/>
                    </a:lnTo>
                    <a:lnTo>
                      <a:pt x="2408" y="516"/>
                    </a:lnTo>
                    <a:lnTo>
                      <a:pt x="2562" y="544"/>
                    </a:lnTo>
                    <a:lnTo>
                      <a:pt x="2708" y="572"/>
                    </a:lnTo>
                    <a:lnTo>
                      <a:pt x="2852" y="598"/>
                    </a:lnTo>
                    <a:lnTo>
                      <a:pt x="2992" y="620"/>
                    </a:lnTo>
                    <a:lnTo>
                      <a:pt x="3128" y="642"/>
                    </a:lnTo>
                    <a:lnTo>
                      <a:pt x="3260" y="662"/>
                    </a:lnTo>
                    <a:lnTo>
                      <a:pt x="3388" y="678"/>
                    </a:lnTo>
                    <a:lnTo>
                      <a:pt x="3512" y="694"/>
                    </a:lnTo>
                    <a:lnTo>
                      <a:pt x="3632" y="708"/>
                    </a:lnTo>
                    <a:lnTo>
                      <a:pt x="3750" y="722"/>
                    </a:lnTo>
                    <a:lnTo>
                      <a:pt x="3864" y="732"/>
                    </a:lnTo>
                    <a:lnTo>
                      <a:pt x="3974" y="740"/>
                    </a:lnTo>
                    <a:lnTo>
                      <a:pt x="4080" y="748"/>
                    </a:lnTo>
                    <a:lnTo>
                      <a:pt x="4184" y="754"/>
                    </a:lnTo>
                    <a:lnTo>
                      <a:pt x="4286" y="758"/>
                    </a:lnTo>
                    <a:lnTo>
                      <a:pt x="4384" y="762"/>
                    </a:lnTo>
                    <a:lnTo>
                      <a:pt x="4478" y="762"/>
                    </a:lnTo>
                    <a:lnTo>
                      <a:pt x="4570" y="762"/>
                    </a:lnTo>
                    <a:lnTo>
                      <a:pt x="4660" y="760"/>
                    </a:lnTo>
                    <a:lnTo>
                      <a:pt x="4746" y="758"/>
                    </a:lnTo>
                    <a:lnTo>
                      <a:pt x="4830" y="754"/>
                    </a:lnTo>
                    <a:lnTo>
                      <a:pt x="4912" y="748"/>
                    </a:lnTo>
                    <a:lnTo>
                      <a:pt x="4992" y="740"/>
                    </a:lnTo>
                    <a:lnTo>
                      <a:pt x="5068" y="732"/>
                    </a:lnTo>
                    <a:lnTo>
                      <a:pt x="5144" y="724"/>
                    </a:lnTo>
                    <a:lnTo>
                      <a:pt x="5216" y="714"/>
                    </a:lnTo>
                    <a:lnTo>
                      <a:pt x="5216" y="714"/>
                    </a:lnTo>
                    <a:close/>
                  </a:path>
                </a:pathLst>
              </a:custGeom>
              <a:solidFill>
                <a:schemeClr val="bg2">
                  <a:alpha val="4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solidFill>
                    <a:srgbClr val="006BAB"/>
                  </a:solidFill>
                </a:endParaRPr>
              </a:p>
            </p:txBody>
          </p:sp>
          <p:sp>
            <p:nvSpPr>
              <p:cNvPr id="24" name="Freeform 22"/>
              <p:cNvSpPr>
                <a:spLocks/>
              </p:cNvSpPr>
              <p:nvPr userDrawn="1"/>
            </p:nvSpPr>
            <p:spPr bwMode="hidden">
              <a:xfrm>
                <a:off x="4015" y="4334834"/>
                <a:ext cx="8164230" cy="1101960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0" y="70"/>
                  </a:cxn>
                  <a:cxn ang="0">
                    <a:pos x="18" y="66"/>
                  </a:cxn>
                  <a:cxn ang="0">
                    <a:pos x="72" y="56"/>
                  </a:cxn>
                  <a:cxn ang="0">
                    <a:pos x="164" y="42"/>
                  </a:cxn>
                  <a:cxn ang="0">
                    <a:pos x="224" y="34"/>
                  </a:cxn>
                  <a:cxn ang="0">
                    <a:pos x="294" y="26"/>
                  </a:cxn>
                  <a:cxn ang="0">
                    <a:pos x="372" y="20"/>
                  </a:cxn>
                  <a:cxn ang="0">
                    <a:pos x="462" y="14"/>
                  </a:cxn>
                  <a:cxn ang="0">
                    <a:pos x="560" y="8"/>
                  </a:cxn>
                  <a:cxn ang="0">
                    <a:pos x="670" y="4"/>
                  </a:cxn>
                  <a:cxn ang="0">
                    <a:pos x="790" y="2"/>
                  </a:cxn>
                  <a:cxn ang="0">
                    <a:pos x="920" y="0"/>
                  </a:cxn>
                  <a:cxn ang="0">
                    <a:pos x="1060" y="2"/>
                  </a:cxn>
                  <a:cxn ang="0">
                    <a:pos x="1210" y="6"/>
                  </a:cxn>
                  <a:cxn ang="0">
                    <a:pos x="1372" y="14"/>
                  </a:cxn>
                  <a:cxn ang="0">
                    <a:pos x="1544" y="24"/>
                  </a:cxn>
                  <a:cxn ang="0">
                    <a:pos x="1726" y="40"/>
                  </a:cxn>
                  <a:cxn ang="0">
                    <a:pos x="1920" y="58"/>
                  </a:cxn>
                  <a:cxn ang="0">
                    <a:pos x="2126" y="80"/>
                  </a:cxn>
                  <a:cxn ang="0">
                    <a:pos x="2342" y="106"/>
                  </a:cxn>
                  <a:cxn ang="0">
                    <a:pos x="2570" y="138"/>
                  </a:cxn>
                  <a:cxn ang="0">
                    <a:pos x="2808" y="174"/>
                  </a:cxn>
                  <a:cxn ang="0">
                    <a:pos x="3058" y="216"/>
                  </a:cxn>
                  <a:cxn ang="0">
                    <a:pos x="3320" y="266"/>
                  </a:cxn>
                  <a:cxn ang="0">
                    <a:pos x="3594" y="320"/>
                  </a:cxn>
                  <a:cxn ang="0">
                    <a:pos x="3880" y="380"/>
                  </a:cxn>
                  <a:cxn ang="0">
                    <a:pos x="4178" y="448"/>
                  </a:cxn>
                  <a:cxn ang="0">
                    <a:pos x="4488" y="522"/>
                  </a:cxn>
                  <a:cxn ang="0">
                    <a:pos x="4810" y="604"/>
                  </a:cxn>
                  <a:cxn ang="0">
                    <a:pos x="5144" y="694"/>
                  </a:cxn>
                </a:cxnLst>
                <a:rect l="0" t="0" r="r" b="b"/>
                <a:pathLst>
                  <a:path w="5144" h="694">
                    <a:moveTo>
                      <a:pt x="0" y="70"/>
                    </a:moveTo>
                    <a:lnTo>
                      <a:pt x="0" y="70"/>
                    </a:lnTo>
                    <a:lnTo>
                      <a:pt x="18" y="66"/>
                    </a:lnTo>
                    <a:lnTo>
                      <a:pt x="72" y="56"/>
                    </a:lnTo>
                    <a:lnTo>
                      <a:pt x="164" y="42"/>
                    </a:lnTo>
                    <a:lnTo>
                      <a:pt x="224" y="34"/>
                    </a:lnTo>
                    <a:lnTo>
                      <a:pt x="294" y="26"/>
                    </a:lnTo>
                    <a:lnTo>
                      <a:pt x="372" y="20"/>
                    </a:lnTo>
                    <a:lnTo>
                      <a:pt x="462" y="14"/>
                    </a:lnTo>
                    <a:lnTo>
                      <a:pt x="560" y="8"/>
                    </a:lnTo>
                    <a:lnTo>
                      <a:pt x="670" y="4"/>
                    </a:lnTo>
                    <a:lnTo>
                      <a:pt x="790" y="2"/>
                    </a:lnTo>
                    <a:lnTo>
                      <a:pt x="920" y="0"/>
                    </a:lnTo>
                    <a:lnTo>
                      <a:pt x="1060" y="2"/>
                    </a:lnTo>
                    <a:lnTo>
                      <a:pt x="1210" y="6"/>
                    </a:lnTo>
                    <a:lnTo>
                      <a:pt x="1372" y="14"/>
                    </a:lnTo>
                    <a:lnTo>
                      <a:pt x="1544" y="24"/>
                    </a:lnTo>
                    <a:lnTo>
                      <a:pt x="1726" y="40"/>
                    </a:lnTo>
                    <a:lnTo>
                      <a:pt x="1920" y="58"/>
                    </a:lnTo>
                    <a:lnTo>
                      <a:pt x="2126" y="80"/>
                    </a:lnTo>
                    <a:lnTo>
                      <a:pt x="2342" y="106"/>
                    </a:lnTo>
                    <a:lnTo>
                      <a:pt x="2570" y="138"/>
                    </a:lnTo>
                    <a:lnTo>
                      <a:pt x="2808" y="174"/>
                    </a:lnTo>
                    <a:lnTo>
                      <a:pt x="3058" y="216"/>
                    </a:lnTo>
                    <a:lnTo>
                      <a:pt x="3320" y="266"/>
                    </a:lnTo>
                    <a:lnTo>
                      <a:pt x="3594" y="320"/>
                    </a:lnTo>
                    <a:lnTo>
                      <a:pt x="3880" y="380"/>
                    </a:lnTo>
                    <a:lnTo>
                      <a:pt x="4178" y="448"/>
                    </a:lnTo>
                    <a:lnTo>
                      <a:pt x="4488" y="522"/>
                    </a:lnTo>
                    <a:lnTo>
                      <a:pt x="4810" y="604"/>
                    </a:lnTo>
                    <a:lnTo>
                      <a:pt x="5144" y="694"/>
                    </a:lnTo>
                  </a:path>
                </a:pathLst>
              </a:custGeom>
              <a:noFill/>
              <a:ln w="12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solidFill>
                    <a:srgbClr val="006BAB"/>
                  </a:solidFill>
                </a:endParaRPr>
              </a:p>
            </p:txBody>
          </p:sp>
          <p:sp>
            <p:nvSpPr>
              <p:cNvPr id="25" name="Freeform 26"/>
              <p:cNvSpPr>
                <a:spLocks/>
              </p:cNvSpPr>
              <p:nvPr userDrawn="1"/>
            </p:nvSpPr>
            <p:spPr bwMode="hidden">
              <a:xfrm>
                <a:off x="4157164" y="4316769"/>
                <a:ext cx="4939264" cy="925827"/>
              </a:xfrm>
              <a:custGeom>
                <a:avLst/>
                <a:gdLst/>
                <a:ahLst/>
                <a:cxnLst>
                  <a:cxn ang="0">
                    <a:pos x="0" y="584"/>
                  </a:cxn>
                  <a:cxn ang="0">
                    <a:pos x="0" y="584"/>
                  </a:cxn>
                  <a:cxn ang="0">
                    <a:pos x="90" y="560"/>
                  </a:cxn>
                  <a:cxn ang="0">
                    <a:pos x="336" y="498"/>
                  </a:cxn>
                  <a:cxn ang="0">
                    <a:pos x="506" y="456"/>
                  </a:cxn>
                  <a:cxn ang="0">
                    <a:pos x="702" y="410"/>
                  </a:cxn>
                  <a:cxn ang="0">
                    <a:pos x="920" y="360"/>
                  </a:cxn>
                  <a:cxn ang="0">
                    <a:pos x="1154" y="306"/>
                  </a:cxn>
                  <a:cxn ang="0">
                    <a:pos x="1402" y="254"/>
                  </a:cxn>
                  <a:cxn ang="0">
                    <a:pos x="1656" y="202"/>
                  </a:cxn>
                  <a:cxn ang="0">
                    <a:pos x="1916" y="154"/>
                  </a:cxn>
                  <a:cxn ang="0">
                    <a:pos x="2174" y="108"/>
                  </a:cxn>
                  <a:cxn ang="0">
                    <a:pos x="2302" y="88"/>
                  </a:cxn>
                  <a:cxn ang="0">
                    <a:pos x="2426" y="68"/>
                  </a:cxn>
                  <a:cxn ang="0">
                    <a:pos x="2550" y="52"/>
                  </a:cxn>
                  <a:cxn ang="0">
                    <a:pos x="2670" y="36"/>
                  </a:cxn>
                  <a:cxn ang="0">
                    <a:pos x="2788" y="24"/>
                  </a:cxn>
                  <a:cxn ang="0">
                    <a:pos x="2900" y="14"/>
                  </a:cxn>
                  <a:cxn ang="0">
                    <a:pos x="3008" y="6"/>
                  </a:cxn>
                  <a:cxn ang="0">
                    <a:pos x="3112" y="0"/>
                  </a:cxn>
                </a:cxnLst>
                <a:rect l="0" t="0" r="r" b="b"/>
                <a:pathLst>
                  <a:path w="3112" h="584">
                    <a:moveTo>
                      <a:pt x="0" y="584"/>
                    </a:moveTo>
                    <a:lnTo>
                      <a:pt x="0" y="584"/>
                    </a:lnTo>
                    <a:lnTo>
                      <a:pt x="90" y="560"/>
                    </a:lnTo>
                    <a:lnTo>
                      <a:pt x="336" y="498"/>
                    </a:lnTo>
                    <a:lnTo>
                      <a:pt x="506" y="456"/>
                    </a:lnTo>
                    <a:lnTo>
                      <a:pt x="702" y="410"/>
                    </a:lnTo>
                    <a:lnTo>
                      <a:pt x="920" y="360"/>
                    </a:lnTo>
                    <a:lnTo>
                      <a:pt x="1154" y="306"/>
                    </a:lnTo>
                    <a:lnTo>
                      <a:pt x="1402" y="254"/>
                    </a:lnTo>
                    <a:lnTo>
                      <a:pt x="1656" y="202"/>
                    </a:lnTo>
                    <a:lnTo>
                      <a:pt x="1916" y="154"/>
                    </a:lnTo>
                    <a:lnTo>
                      <a:pt x="2174" y="108"/>
                    </a:lnTo>
                    <a:lnTo>
                      <a:pt x="2302" y="88"/>
                    </a:lnTo>
                    <a:lnTo>
                      <a:pt x="2426" y="68"/>
                    </a:lnTo>
                    <a:lnTo>
                      <a:pt x="2550" y="52"/>
                    </a:lnTo>
                    <a:lnTo>
                      <a:pt x="2670" y="36"/>
                    </a:lnTo>
                    <a:lnTo>
                      <a:pt x="2788" y="24"/>
                    </a:lnTo>
                    <a:lnTo>
                      <a:pt x="2900" y="14"/>
                    </a:lnTo>
                    <a:lnTo>
                      <a:pt x="3008" y="6"/>
                    </a:lnTo>
                    <a:lnTo>
                      <a:pt x="3112" y="0"/>
                    </a:lnTo>
                  </a:path>
                </a:pathLst>
              </a:custGeom>
              <a:noFill/>
              <a:ln w="12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solidFill>
                    <a:srgbClr val="006BAB"/>
                  </a:solidFill>
                </a:endParaRPr>
              </a:p>
            </p:txBody>
          </p:sp>
          <p:sp useBgFill="1">
            <p:nvSpPr>
              <p:cNvPr id="26" name="Freeform 10"/>
              <p:cNvSpPr>
                <a:spLocks/>
              </p:cNvSpPr>
              <p:nvPr userDrawn="1"/>
            </p:nvSpPr>
            <p:spPr bwMode="hidden">
              <a:xfrm>
                <a:off x="-3905250" y="4294188"/>
                <a:ext cx="13011150" cy="1892300"/>
              </a:xfrm>
              <a:custGeom>
                <a:avLst/>
                <a:gdLst/>
                <a:ahLst/>
                <a:cxnLst>
                  <a:cxn ang="0">
                    <a:pos x="8192" y="512"/>
                  </a:cxn>
                  <a:cxn ang="0">
                    <a:pos x="8040" y="570"/>
                  </a:cxn>
                  <a:cxn ang="0">
                    <a:pos x="7878" y="620"/>
                  </a:cxn>
                  <a:cxn ang="0">
                    <a:pos x="7706" y="666"/>
                  </a:cxn>
                  <a:cxn ang="0">
                    <a:pos x="7522" y="702"/>
                  </a:cxn>
                  <a:cxn ang="0">
                    <a:pos x="7322" y="730"/>
                  </a:cxn>
                  <a:cxn ang="0">
                    <a:pos x="7106" y="750"/>
                  </a:cxn>
                  <a:cxn ang="0">
                    <a:pos x="6872" y="762"/>
                  </a:cxn>
                  <a:cxn ang="0">
                    <a:pos x="6618" y="760"/>
                  </a:cxn>
                  <a:cxn ang="0">
                    <a:pos x="6342" y="750"/>
                  </a:cxn>
                  <a:cxn ang="0">
                    <a:pos x="6042" y="726"/>
                  </a:cxn>
                  <a:cxn ang="0">
                    <a:pos x="5716" y="690"/>
                  </a:cxn>
                  <a:cxn ang="0">
                    <a:pos x="5364" y="642"/>
                  </a:cxn>
                  <a:cxn ang="0">
                    <a:pos x="4982" y="578"/>
                  </a:cxn>
                  <a:cxn ang="0">
                    <a:pos x="4568" y="500"/>
                  </a:cxn>
                  <a:cxn ang="0">
                    <a:pos x="4122" y="406"/>
                  </a:cxn>
                  <a:cxn ang="0">
                    <a:pos x="3640" y="296"/>
                  </a:cxn>
                  <a:cxn ang="0">
                    <a:pos x="3396" y="240"/>
                  </a:cxn>
                  <a:cxn ang="0">
                    <a:pos x="2934" y="148"/>
                  </a:cxn>
                  <a:cxn ang="0">
                    <a:pos x="2512" y="82"/>
                  </a:cxn>
                  <a:cxn ang="0">
                    <a:pos x="2126" y="36"/>
                  </a:cxn>
                  <a:cxn ang="0">
                    <a:pos x="1776" y="10"/>
                  </a:cxn>
                  <a:cxn ang="0">
                    <a:pos x="1462" y="0"/>
                  </a:cxn>
                  <a:cxn ang="0">
                    <a:pos x="1182" y="4"/>
                  </a:cxn>
                  <a:cxn ang="0">
                    <a:pos x="934" y="20"/>
                  </a:cxn>
                  <a:cxn ang="0">
                    <a:pos x="716" y="44"/>
                  </a:cxn>
                  <a:cxn ang="0">
                    <a:pos x="530" y="74"/>
                  </a:cxn>
                  <a:cxn ang="0">
                    <a:pos x="374" y="108"/>
                  </a:cxn>
                  <a:cxn ang="0">
                    <a:pos x="248" y="144"/>
                  </a:cxn>
                  <a:cxn ang="0">
                    <a:pos x="148" y="176"/>
                  </a:cxn>
                  <a:cxn ang="0">
                    <a:pos x="48" y="216"/>
                  </a:cxn>
                  <a:cxn ang="0">
                    <a:pos x="0" y="240"/>
                  </a:cxn>
                  <a:cxn ang="0">
                    <a:pos x="8192" y="1192"/>
                  </a:cxn>
                  <a:cxn ang="0">
                    <a:pos x="8196" y="1186"/>
                  </a:cxn>
                  <a:cxn ang="0">
                    <a:pos x="8196" y="510"/>
                  </a:cxn>
                  <a:cxn ang="0">
                    <a:pos x="8192" y="512"/>
                  </a:cxn>
                </a:cxnLst>
                <a:rect l="0" t="0" r="r" b="b"/>
                <a:pathLst>
                  <a:path w="8196" h="1192">
                    <a:moveTo>
                      <a:pt x="8192" y="512"/>
                    </a:moveTo>
                    <a:lnTo>
                      <a:pt x="8192" y="512"/>
                    </a:lnTo>
                    <a:lnTo>
                      <a:pt x="8116" y="542"/>
                    </a:lnTo>
                    <a:lnTo>
                      <a:pt x="8040" y="570"/>
                    </a:lnTo>
                    <a:lnTo>
                      <a:pt x="7960" y="596"/>
                    </a:lnTo>
                    <a:lnTo>
                      <a:pt x="7878" y="620"/>
                    </a:lnTo>
                    <a:lnTo>
                      <a:pt x="7794" y="644"/>
                    </a:lnTo>
                    <a:lnTo>
                      <a:pt x="7706" y="666"/>
                    </a:lnTo>
                    <a:lnTo>
                      <a:pt x="7616" y="684"/>
                    </a:lnTo>
                    <a:lnTo>
                      <a:pt x="7522" y="702"/>
                    </a:lnTo>
                    <a:lnTo>
                      <a:pt x="7424" y="718"/>
                    </a:lnTo>
                    <a:lnTo>
                      <a:pt x="7322" y="730"/>
                    </a:lnTo>
                    <a:lnTo>
                      <a:pt x="7216" y="742"/>
                    </a:lnTo>
                    <a:lnTo>
                      <a:pt x="7106" y="750"/>
                    </a:lnTo>
                    <a:lnTo>
                      <a:pt x="6992" y="758"/>
                    </a:lnTo>
                    <a:lnTo>
                      <a:pt x="6872" y="762"/>
                    </a:lnTo>
                    <a:lnTo>
                      <a:pt x="6748" y="762"/>
                    </a:lnTo>
                    <a:lnTo>
                      <a:pt x="6618" y="760"/>
                    </a:lnTo>
                    <a:lnTo>
                      <a:pt x="6482" y="756"/>
                    </a:lnTo>
                    <a:lnTo>
                      <a:pt x="6342" y="750"/>
                    </a:lnTo>
                    <a:lnTo>
                      <a:pt x="6196" y="740"/>
                    </a:lnTo>
                    <a:lnTo>
                      <a:pt x="6042" y="726"/>
                    </a:lnTo>
                    <a:lnTo>
                      <a:pt x="5882" y="710"/>
                    </a:lnTo>
                    <a:lnTo>
                      <a:pt x="5716" y="690"/>
                    </a:lnTo>
                    <a:lnTo>
                      <a:pt x="5544" y="668"/>
                    </a:lnTo>
                    <a:lnTo>
                      <a:pt x="5364" y="642"/>
                    </a:lnTo>
                    <a:lnTo>
                      <a:pt x="5176" y="612"/>
                    </a:lnTo>
                    <a:lnTo>
                      <a:pt x="4982" y="578"/>
                    </a:lnTo>
                    <a:lnTo>
                      <a:pt x="4778" y="540"/>
                    </a:lnTo>
                    <a:lnTo>
                      <a:pt x="4568" y="500"/>
                    </a:lnTo>
                    <a:lnTo>
                      <a:pt x="4348" y="454"/>
                    </a:lnTo>
                    <a:lnTo>
                      <a:pt x="4122" y="406"/>
                    </a:lnTo>
                    <a:lnTo>
                      <a:pt x="3886" y="354"/>
                    </a:lnTo>
                    <a:lnTo>
                      <a:pt x="3640" y="296"/>
                    </a:lnTo>
                    <a:lnTo>
                      <a:pt x="3640" y="296"/>
                    </a:lnTo>
                    <a:lnTo>
                      <a:pt x="3396" y="240"/>
                    </a:lnTo>
                    <a:lnTo>
                      <a:pt x="3160" y="192"/>
                    </a:lnTo>
                    <a:lnTo>
                      <a:pt x="2934" y="148"/>
                    </a:lnTo>
                    <a:lnTo>
                      <a:pt x="2718" y="112"/>
                    </a:lnTo>
                    <a:lnTo>
                      <a:pt x="2512" y="82"/>
                    </a:lnTo>
                    <a:lnTo>
                      <a:pt x="2314" y="56"/>
                    </a:lnTo>
                    <a:lnTo>
                      <a:pt x="2126" y="36"/>
                    </a:lnTo>
                    <a:lnTo>
                      <a:pt x="1948" y="20"/>
                    </a:lnTo>
                    <a:lnTo>
                      <a:pt x="1776" y="10"/>
                    </a:lnTo>
                    <a:lnTo>
                      <a:pt x="1616" y="2"/>
                    </a:lnTo>
                    <a:lnTo>
                      <a:pt x="1462" y="0"/>
                    </a:lnTo>
                    <a:lnTo>
                      <a:pt x="1318" y="0"/>
                    </a:lnTo>
                    <a:lnTo>
                      <a:pt x="1182" y="4"/>
                    </a:lnTo>
                    <a:lnTo>
                      <a:pt x="1054" y="10"/>
                    </a:lnTo>
                    <a:lnTo>
                      <a:pt x="934" y="20"/>
                    </a:lnTo>
                    <a:lnTo>
                      <a:pt x="822" y="30"/>
                    </a:lnTo>
                    <a:lnTo>
                      <a:pt x="716" y="44"/>
                    </a:lnTo>
                    <a:lnTo>
                      <a:pt x="620" y="58"/>
                    </a:lnTo>
                    <a:lnTo>
                      <a:pt x="530" y="74"/>
                    </a:lnTo>
                    <a:lnTo>
                      <a:pt x="450" y="92"/>
                    </a:lnTo>
                    <a:lnTo>
                      <a:pt x="374" y="108"/>
                    </a:lnTo>
                    <a:lnTo>
                      <a:pt x="308" y="126"/>
                    </a:lnTo>
                    <a:lnTo>
                      <a:pt x="248" y="144"/>
                    </a:lnTo>
                    <a:lnTo>
                      <a:pt x="194" y="160"/>
                    </a:lnTo>
                    <a:lnTo>
                      <a:pt x="148" y="176"/>
                    </a:lnTo>
                    <a:lnTo>
                      <a:pt x="108" y="192"/>
                    </a:lnTo>
                    <a:lnTo>
                      <a:pt x="48" y="216"/>
                    </a:lnTo>
                    <a:lnTo>
                      <a:pt x="12" y="234"/>
                    </a:lnTo>
                    <a:lnTo>
                      <a:pt x="0" y="240"/>
                    </a:lnTo>
                    <a:lnTo>
                      <a:pt x="0" y="1192"/>
                    </a:lnTo>
                    <a:lnTo>
                      <a:pt x="8192" y="1192"/>
                    </a:lnTo>
                    <a:lnTo>
                      <a:pt x="8192" y="1192"/>
                    </a:lnTo>
                    <a:lnTo>
                      <a:pt x="8196" y="1186"/>
                    </a:lnTo>
                    <a:lnTo>
                      <a:pt x="8196" y="1186"/>
                    </a:lnTo>
                    <a:lnTo>
                      <a:pt x="8196" y="510"/>
                    </a:lnTo>
                    <a:lnTo>
                      <a:pt x="8196" y="510"/>
                    </a:lnTo>
                    <a:lnTo>
                      <a:pt x="8192" y="512"/>
                    </a:lnTo>
                    <a:lnTo>
                      <a:pt x="8192" y="512"/>
                    </a:lnTo>
                    <a:close/>
                  </a:path>
                </a:pathLst>
              </a:custGeom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solidFill>
                    <a:srgbClr val="006BAB"/>
                  </a:solidFill>
                </a:endParaRPr>
              </a:p>
            </p:txBody>
          </p:sp>
        </p:grpSp>
      </p:grpSp>
      <p:sp>
        <p:nvSpPr>
          <p:cNvPr id="2447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2775" y="404813"/>
            <a:ext cx="7916863" cy="1223962"/>
          </a:xfrm>
        </p:spPr>
        <p:txBody>
          <a:bodyPr lIns="91440" rIns="91440"/>
          <a:lstStyle>
            <a:lvl1pPr algn="ctr">
              <a:defRPr sz="4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6BA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/>
          </a:p>
        </p:txBody>
      </p:sp>
      <p:sp>
        <p:nvSpPr>
          <p:cNvPr id="21" name="Rectangle 6"/>
          <p:cNvSpPr>
            <a:spLocks noGrp="1" noChangeArrowheads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algn="ctr">
              <a:defRPr>
                <a:solidFill>
                  <a:srgbClr val="006BAB"/>
                </a:solidFill>
              </a:defRPr>
            </a:lvl1pPr>
          </a:lstStyle>
          <a:p>
            <a:fld id="{DE0179CF-2EE3-4066-9645-B571EFE0D86C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244749" name="Rectangle 1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31913" y="1628775"/>
            <a:ext cx="6478587" cy="3313113"/>
          </a:xfrm>
        </p:spPr>
        <p:txBody>
          <a:bodyPr anchor="ctr"/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24475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6BAB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3CAB6B9A-6FAA-4DD4-8B0B-56010D6F1F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54" y="5275429"/>
            <a:ext cx="2009179" cy="714375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7791525-1406-4EBD-B8DA-9EEA2D045B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421" y="5910319"/>
            <a:ext cx="811155" cy="81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04954"/>
      </p:ext>
    </p:extLst>
  </p:cSld>
  <p:clrMapOvr>
    <a:masterClrMapping/>
  </p:clrMapOvr>
  <p:transition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C7B9472-E497-4E59-9FAA-FCA1A00BFE07}" type="slidenum">
              <a:rPr lang="fr-FR">
                <a:solidFill>
                  <a:srgbClr val="006BAB"/>
                </a:solidFill>
              </a:rPr>
              <a:pPr/>
              <a:t>‹N°›</a:t>
            </a:fld>
            <a:endParaRPr lang="fr-FR">
              <a:solidFill>
                <a:srgbClr val="006B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79546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304EA64-74D3-47AE-A494-9FF974D84C3B}" type="slidenum">
              <a:rPr lang="fr-FR">
                <a:solidFill>
                  <a:srgbClr val="006BAB"/>
                </a:solidFill>
              </a:rPr>
              <a:pPr/>
              <a:t>‹N°›</a:t>
            </a:fld>
            <a:endParaRPr lang="fr-FR">
              <a:solidFill>
                <a:srgbClr val="006B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80483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31800" y="1628775"/>
            <a:ext cx="4062413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6613" y="1628775"/>
            <a:ext cx="4062412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3308C84-28AC-43AB-A7CC-CA382999B0E5}" type="slidenum">
              <a:rPr lang="fr-FR">
                <a:solidFill>
                  <a:srgbClr val="006BAB"/>
                </a:solidFill>
              </a:rPr>
              <a:pPr/>
              <a:t>‹N°›</a:t>
            </a:fld>
            <a:endParaRPr lang="fr-FR">
              <a:solidFill>
                <a:srgbClr val="006B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6708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C111633-B2A0-4226-BA79-535D6BC6D3EC}" type="slidenum">
              <a:rPr lang="fr-FR">
                <a:solidFill>
                  <a:srgbClr val="006BAB"/>
                </a:solidFill>
              </a:rPr>
              <a:pPr/>
              <a:t>‹N°›</a:t>
            </a:fld>
            <a:endParaRPr lang="fr-FR">
              <a:solidFill>
                <a:srgbClr val="006B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0584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B722BCD-B507-43D4-9837-F291F6719778}" type="slidenum">
              <a:rPr lang="fr-FR">
                <a:solidFill>
                  <a:srgbClr val="006BAB"/>
                </a:solidFill>
              </a:rPr>
              <a:pPr/>
              <a:t>‹N°›</a:t>
            </a:fld>
            <a:endParaRPr lang="fr-FR">
              <a:solidFill>
                <a:srgbClr val="006B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73939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29F42AD-1040-445D-A7EE-FC5C9267855F}" type="slidenum">
              <a:rPr lang="fr-FR">
                <a:solidFill>
                  <a:srgbClr val="006BAB"/>
                </a:solidFill>
              </a:rPr>
              <a:pPr/>
              <a:t>‹N°›</a:t>
            </a:fld>
            <a:endParaRPr lang="fr-FR">
              <a:solidFill>
                <a:srgbClr val="006B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15404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ABA31F6-F757-4946-AA4D-35F031773DEF}" type="slidenum">
              <a:rPr lang="fr-FR">
                <a:solidFill>
                  <a:srgbClr val="006BAB"/>
                </a:solidFill>
              </a:rPr>
              <a:pPr/>
              <a:t>‹N°›</a:t>
            </a:fld>
            <a:endParaRPr lang="fr-FR">
              <a:solidFill>
                <a:srgbClr val="006B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01077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01115E8-0FFD-4C34-A02B-E1B584169DCF}" type="slidenum">
              <a:rPr lang="fr-FR">
                <a:solidFill>
                  <a:srgbClr val="006BAB"/>
                </a:solidFill>
              </a:rPr>
              <a:pPr/>
              <a:t>‹N°›</a:t>
            </a:fld>
            <a:endParaRPr lang="fr-FR">
              <a:solidFill>
                <a:srgbClr val="006B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12816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1AB7A5E-FB3F-48FA-ABA4-9961575A02EF}" type="slidenum">
              <a:rPr lang="fr-FR">
                <a:solidFill>
                  <a:srgbClr val="006BAB"/>
                </a:solidFill>
              </a:rPr>
              <a:pPr/>
              <a:t>‹N°›</a:t>
            </a:fld>
            <a:endParaRPr lang="fr-FR">
              <a:solidFill>
                <a:srgbClr val="006BAB"/>
              </a:solidFill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0906339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24650" y="188913"/>
            <a:ext cx="2159000" cy="5976937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46063" y="188913"/>
            <a:ext cx="6326187" cy="597693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DD039D-C63D-49E2-BE10-9F6EC842A88E}" type="slidenum">
              <a:rPr lang="fr-FR">
                <a:solidFill>
                  <a:srgbClr val="006BAB"/>
                </a:solidFill>
              </a:rPr>
              <a:pPr/>
              <a:t>‹N°›</a:t>
            </a:fld>
            <a:endParaRPr lang="fr-FR">
              <a:solidFill>
                <a:srgbClr val="006B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88440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726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5807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714" name="Group 2"/>
          <p:cNvGrpSpPr>
            <a:grpSpLocks/>
          </p:cNvGrpSpPr>
          <p:nvPr/>
        </p:nvGrpSpPr>
        <p:grpSpPr bwMode="auto">
          <a:xfrm>
            <a:off x="209550" y="188913"/>
            <a:ext cx="8723313" cy="1906587"/>
            <a:chOff x="132" y="119"/>
            <a:chExt cx="5495" cy="1201"/>
          </a:xfrm>
        </p:grpSpPr>
        <p:sp>
          <p:nvSpPr>
            <p:cNvPr id="243715" name="AutoShape 3"/>
            <p:cNvSpPr>
              <a:spLocks noChangeArrowheads="1"/>
            </p:cNvSpPr>
            <p:nvPr userDrawn="1"/>
          </p:nvSpPr>
          <p:spPr bwMode="auto">
            <a:xfrm>
              <a:off x="141" y="119"/>
              <a:ext cx="5477" cy="907"/>
            </a:xfrm>
            <a:prstGeom prst="roundRect">
              <a:avLst>
                <a:gd name="adj" fmla="val 8417"/>
              </a:avLst>
            </a:prstGeom>
            <a:gradFill rotWithShape="1">
              <a:gsLst>
                <a:gs pos="0">
                  <a:srgbClr val="006BAB"/>
                </a:gs>
                <a:gs pos="100000">
                  <a:srgbClr val="009DD5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006BAB"/>
                </a:solidFill>
              </a:endParaRPr>
            </a:p>
          </p:txBody>
        </p:sp>
        <p:grpSp>
          <p:nvGrpSpPr>
            <p:cNvPr id="243716" name="Group 9"/>
            <p:cNvGrpSpPr>
              <a:grpSpLocks noChangeAspect="1"/>
            </p:cNvGrpSpPr>
            <p:nvPr userDrawn="1"/>
          </p:nvGrpSpPr>
          <p:grpSpPr bwMode="auto">
            <a:xfrm>
              <a:off x="132" y="482"/>
              <a:ext cx="5495" cy="838"/>
              <a:chOff x="-3905250" y="4294188"/>
              <a:chExt cx="13011150" cy="1892300"/>
            </a:xfrm>
          </p:grpSpPr>
          <p:sp>
            <p:nvSpPr>
              <p:cNvPr id="22" name="Freeform 14"/>
              <p:cNvSpPr>
                <a:spLocks/>
              </p:cNvSpPr>
              <p:nvPr userDrawn="1"/>
            </p:nvSpPr>
            <p:spPr bwMode="hidden">
              <a:xfrm>
                <a:off x="4810682" y="4499677"/>
                <a:ext cx="4295218" cy="1016152"/>
              </a:xfrm>
              <a:custGeom>
                <a:avLst/>
                <a:gdLst/>
                <a:ahLst/>
                <a:cxnLst>
                  <a:cxn ang="0">
                    <a:pos x="2700" y="0"/>
                  </a:cxn>
                  <a:cxn ang="0">
                    <a:pos x="2700" y="0"/>
                  </a:cxn>
                  <a:cxn ang="0">
                    <a:pos x="2586" y="18"/>
                  </a:cxn>
                  <a:cxn ang="0">
                    <a:pos x="2470" y="38"/>
                  </a:cxn>
                  <a:cxn ang="0">
                    <a:pos x="2352" y="60"/>
                  </a:cxn>
                  <a:cxn ang="0">
                    <a:pos x="2230" y="82"/>
                  </a:cxn>
                  <a:cxn ang="0">
                    <a:pos x="2106" y="108"/>
                  </a:cxn>
                  <a:cxn ang="0">
                    <a:pos x="1978" y="134"/>
                  </a:cxn>
                  <a:cxn ang="0">
                    <a:pos x="1848" y="164"/>
                  </a:cxn>
                  <a:cxn ang="0">
                    <a:pos x="1714" y="194"/>
                  </a:cxn>
                  <a:cxn ang="0">
                    <a:pos x="1714" y="194"/>
                  </a:cxn>
                  <a:cxn ang="0">
                    <a:pos x="1472" y="252"/>
                  </a:cxn>
                  <a:cxn ang="0">
                    <a:pos x="1236" y="304"/>
                  </a:cxn>
                  <a:cxn ang="0">
                    <a:pos x="1010" y="352"/>
                  </a:cxn>
                  <a:cxn ang="0">
                    <a:pos x="792" y="398"/>
                  </a:cxn>
                  <a:cxn ang="0">
                    <a:pos x="584" y="438"/>
                  </a:cxn>
                  <a:cxn ang="0">
                    <a:pos x="382" y="474"/>
                  </a:cxn>
                  <a:cxn ang="0">
                    <a:pos x="188" y="508"/>
                  </a:cxn>
                  <a:cxn ang="0">
                    <a:pos x="0" y="538"/>
                  </a:cxn>
                  <a:cxn ang="0">
                    <a:pos x="0" y="538"/>
                  </a:cxn>
                  <a:cxn ang="0">
                    <a:pos x="130" y="556"/>
                  </a:cxn>
                  <a:cxn ang="0">
                    <a:pos x="254" y="572"/>
                  </a:cxn>
                  <a:cxn ang="0">
                    <a:pos x="374" y="586"/>
                  </a:cxn>
                  <a:cxn ang="0">
                    <a:pos x="492" y="598"/>
                  </a:cxn>
                  <a:cxn ang="0">
                    <a:pos x="606" y="610"/>
                  </a:cxn>
                  <a:cxn ang="0">
                    <a:pos x="716" y="618"/>
                  </a:cxn>
                  <a:cxn ang="0">
                    <a:pos x="822" y="626"/>
                  </a:cxn>
                  <a:cxn ang="0">
                    <a:pos x="926" y="632"/>
                  </a:cxn>
                  <a:cxn ang="0">
                    <a:pos x="1028" y="636"/>
                  </a:cxn>
                  <a:cxn ang="0">
                    <a:pos x="1126" y="638"/>
                  </a:cxn>
                  <a:cxn ang="0">
                    <a:pos x="1220" y="640"/>
                  </a:cxn>
                  <a:cxn ang="0">
                    <a:pos x="1312" y="640"/>
                  </a:cxn>
                  <a:cxn ang="0">
                    <a:pos x="1402" y="638"/>
                  </a:cxn>
                  <a:cxn ang="0">
                    <a:pos x="1490" y="636"/>
                  </a:cxn>
                  <a:cxn ang="0">
                    <a:pos x="1574" y="632"/>
                  </a:cxn>
                  <a:cxn ang="0">
                    <a:pos x="1656" y="626"/>
                  </a:cxn>
                  <a:cxn ang="0">
                    <a:pos x="1734" y="620"/>
                  </a:cxn>
                  <a:cxn ang="0">
                    <a:pos x="1812" y="612"/>
                  </a:cxn>
                  <a:cxn ang="0">
                    <a:pos x="1886" y="602"/>
                  </a:cxn>
                  <a:cxn ang="0">
                    <a:pos x="1960" y="592"/>
                  </a:cxn>
                  <a:cxn ang="0">
                    <a:pos x="2030" y="580"/>
                  </a:cxn>
                  <a:cxn ang="0">
                    <a:pos x="2100" y="568"/>
                  </a:cxn>
                  <a:cxn ang="0">
                    <a:pos x="2166" y="554"/>
                  </a:cxn>
                  <a:cxn ang="0">
                    <a:pos x="2232" y="540"/>
                  </a:cxn>
                  <a:cxn ang="0">
                    <a:pos x="2296" y="524"/>
                  </a:cxn>
                  <a:cxn ang="0">
                    <a:pos x="2358" y="508"/>
                  </a:cxn>
                  <a:cxn ang="0">
                    <a:pos x="2418" y="490"/>
                  </a:cxn>
                  <a:cxn ang="0">
                    <a:pos x="2478" y="472"/>
                  </a:cxn>
                  <a:cxn ang="0">
                    <a:pos x="2592" y="432"/>
                  </a:cxn>
                  <a:cxn ang="0">
                    <a:pos x="2702" y="390"/>
                  </a:cxn>
                  <a:cxn ang="0">
                    <a:pos x="2702" y="390"/>
                  </a:cxn>
                  <a:cxn ang="0">
                    <a:pos x="2706" y="388"/>
                  </a:cxn>
                  <a:cxn ang="0">
                    <a:pos x="2706" y="388"/>
                  </a:cxn>
                  <a:cxn ang="0">
                    <a:pos x="2706" y="0"/>
                  </a:cxn>
                  <a:cxn ang="0">
                    <a:pos x="2706" y="0"/>
                  </a:cxn>
                  <a:cxn ang="0">
                    <a:pos x="2700" y="0"/>
                  </a:cxn>
                  <a:cxn ang="0">
                    <a:pos x="2700" y="0"/>
                  </a:cxn>
                </a:cxnLst>
                <a:rect l="0" t="0" r="r" b="b"/>
                <a:pathLst>
                  <a:path w="2706" h="640">
                    <a:moveTo>
                      <a:pt x="2700" y="0"/>
                    </a:moveTo>
                    <a:lnTo>
                      <a:pt x="2700" y="0"/>
                    </a:lnTo>
                    <a:lnTo>
                      <a:pt x="2586" y="18"/>
                    </a:lnTo>
                    <a:lnTo>
                      <a:pt x="2470" y="38"/>
                    </a:lnTo>
                    <a:lnTo>
                      <a:pt x="2352" y="60"/>
                    </a:lnTo>
                    <a:lnTo>
                      <a:pt x="2230" y="82"/>
                    </a:lnTo>
                    <a:lnTo>
                      <a:pt x="2106" y="108"/>
                    </a:lnTo>
                    <a:lnTo>
                      <a:pt x="1978" y="134"/>
                    </a:lnTo>
                    <a:lnTo>
                      <a:pt x="1848" y="164"/>
                    </a:lnTo>
                    <a:lnTo>
                      <a:pt x="1714" y="194"/>
                    </a:lnTo>
                    <a:lnTo>
                      <a:pt x="1714" y="194"/>
                    </a:lnTo>
                    <a:lnTo>
                      <a:pt x="1472" y="252"/>
                    </a:lnTo>
                    <a:lnTo>
                      <a:pt x="1236" y="304"/>
                    </a:lnTo>
                    <a:lnTo>
                      <a:pt x="1010" y="352"/>
                    </a:lnTo>
                    <a:lnTo>
                      <a:pt x="792" y="398"/>
                    </a:lnTo>
                    <a:lnTo>
                      <a:pt x="584" y="438"/>
                    </a:lnTo>
                    <a:lnTo>
                      <a:pt x="382" y="474"/>
                    </a:lnTo>
                    <a:lnTo>
                      <a:pt x="188" y="508"/>
                    </a:lnTo>
                    <a:lnTo>
                      <a:pt x="0" y="538"/>
                    </a:lnTo>
                    <a:lnTo>
                      <a:pt x="0" y="538"/>
                    </a:lnTo>
                    <a:lnTo>
                      <a:pt x="130" y="556"/>
                    </a:lnTo>
                    <a:lnTo>
                      <a:pt x="254" y="572"/>
                    </a:lnTo>
                    <a:lnTo>
                      <a:pt x="374" y="586"/>
                    </a:lnTo>
                    <a:lnTo>
                      <a:pt x="492" y="598"/>
                    </a:lnTo>
                    <a:lnTo>
                      <a:pt x="606" y="610"/>
                    </a:lnTo>
                    <a:lnTo>
                      <a:pt x="716" y="618"/>
                    </a:lnTo>
                    <a:lnTo>
                      <a:pt x="822" y="626"/>
                    </a:lnTo>
                    <a:lnTo>
                      <a:pt x="926" y="632"/>
                    </a:lnTo>
                    <a:lnTo>
                      <a:pt x="1028" y="636"/>
                    </a:lnTo>
                    <a:lnTo>
                      <a:pt x="1126" y="638"/>
                    </a:lnTo>
                    <a:lnTo>
                      <a:pt x="1220" y="640"/>
                    </a:lnTo>
                    <a:lnTo>
                      <a:pt x="1312" y="640"/>
                    </a:lnTo>
                    <a:lnTo>
                      <a:pt x="1402" y="638"/>
                    </a:lnTo>
                    <a:lnTo>
                      <a:pt x="1490" y="636"/>
                    </a:lnTo>
                    <a:lnTo>
                      <a:pt x="1574" y="632"/>
                    </a:lnTo>
                    <a:lnTo>
                      <a:pt x="1656" y="626"/>
                    </a:lnTo>
                    <a:lnTo>
                      <a:pt x="1734" y="620"/>
                    </a:lnTo>
                    <a:lnTo>
                      <a:pt x="1812" y="612"/>
                    </a:lnTo>
                    <a:lnTo>
                      <a:pt x="1886" y="602"/>
                    </a:lnTo>
                    <a:lnTo>
                      <a:pt x="1960" y="592"/>
                    </a:lnTo>
                    <a:lnTo>
                      <a:pt x="2030" y="580"/>
                    </a:lnTo>
                    <a:lnTo>
                      <a:pt x="2100" y="568"/>
                    </a:lnTo>
                    <a:lnTo>
                      <a:pt x="2166" y="554"/>
                    </a:lnTo>
                    <a:lnTo>
                      <a:pt x="2232" y="540"/>
                    </a:lnTo>
                    <a:lnTo>
                      <a:pt x="2296" y="524"/>
                    </a:lnTo>
                    <a:lnTo>
                      <a:pt x="2358" y="508"/>
                    </a:lnTo>
                    <a:lnTo>
                      <a:pt x="2418" y="490"/>
                    </a:lnTo>
                    <a:lnTo>
                      <a:pt x="2478" y="472"/>
                    </a:lnTo>
                    <a:lnTo>
                      <a:pt x="2592" y="432"/>
                    </a:lnTo>
                    <a:lnTo>
                      <a:pt x="2702" y="390"/>
                    </a:lnTo>
                    <a:lnTo>
                      <a:pt x="2702" y="390"/>
                    </a:lnTo>
                    <a:lnTo>
                      <a:pt x="2706" y="388"/>
                    </a:lnTo>
                    <a:lnTo>
                      <a:pt x="2706" y="388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0" y="0"/>
                    </a:lnTo>
                    <a:lnTo>
                      <a:pt x="2700" y="0"/>
                    </a:lnTo>
                    <a:close/>
                  </a:path>
                </a:pathLst>
              </a:custGeom>
              <a:solidFill>
                <a:schemeClr val="bg2">
                  <a:alpha val="29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solidFill>
                    <a:srgbClr val="006BAB"/>
                  </a:solidFill>
                </a:endParaRPr>
              </a:p>
            </p:txBody>
          </p:sp>
          <p:sp>
            <p:nvSpPr>
              <p:cNvPr id="23" name="Freeform 18"/>
              <p:cNvSpPr>
                <a:spLocks/>
              </p:cNvSpPr>
              <p:nvPr userDrawn="1"/>
            </p:nvSpPr>
            <p:spPr bwMode="hidden">
              <a:xfrm>
                <a:off x="-308537" y="4319028"/>
                <a:ext cx="8280252" cy="1208091"/>
              </a:xfrm>
              <a:custGeom>
                <a:avLst/>
                <a:gdLst/>
                <a:ahLst/>
                <a:cxnLst>
                  <a:cxn ang="0">
                    <a:pos x="5216" y="714"/>
                  </a:cxn>
                  <a:cxn ang="0">
                    <a:pos x="4984" y="686"/>
                  </a:cxn>
                  <a:cxn ang="0">
                    <a:pos x="4478" y="610"/>
                  </a:cxn>
                  <a:cxn ang="0">
                    <a:pos x="3914" y="508"/>
                  </a:cxn>
                  <a:cxn ang="0">
                    <a:pos x="3286" y="374"/>
                  </a:cxn>
                  <a:cxn ang="0">
                    <a:pos x="2946" y="296"/>
                  </a:cxn>
                  <a:cxn ang="0">
                    <a:pos x="2682" y="236"/>
                  </a:cxn>
                  <a:cxn ang="0">
                    <a:pos x="2430" y="184"/>
                  </a:cxn>
                  <a:cxn ang="0">
                    <a:pos x="2190" y="140"/>
                  </a:cxn>
                  <a:cxn ang="0">
                    <a:pos x="1960" y="102"/>
                  </a:cxn>
                  <a:cxn ang="0">
                    <a:pos x="1740" y="72"/>
                  </a:cxn>
                  <a:cxn ang="0">
                    <a:pos x="1334" y="28"/>
                  </a:cxn>
                  <a:cxn ang="0">
                    <a:pos x="970" y="4"/>
                  </a:cxn>
                  <a:cxn ang="0">
                    <a:pos x="644" y="0"/>
                  </a:cxn>
                  <a:cxn ang="0">
                    <a:pos x="358" y="10"/>
                  </a:cxn>
                  <a:cxn ang="0">
                    <a:pos x="110" y="32"/>
                  </a:cxn>
                  <a:cxn ang="0">
                    <a:pos x="0" y="48"/>
                  </a:cxn>
                  <a:cxn ang="0">
                    <a:pos x="314" y="86"/>
                  </a:cxn>
                  <a:cxn ang="0">
                    <a:pos x="652" y="140"/>
                  </a:cxn>
                  <a:cxn ang="0">
                    <a:pos x="1014" y="210"/>
                  </a:cxn>
                  <a:cxn ang="0">
                    <a:pos x="1402" y="296"/>
                  </a:cxn>
                  <a:cxn ang="0">
                    <a:pos x="1756" y="378"/>
                  </a:cxn>
                  <a:cxn ang="0">
                    <a:pos x="2408" y="516"/>
                  </a:cxn>
                  <a:cxn ang="0">
                    <a:pos x="2708" y="572"/>
                  </a:cxn>
                  <a:cxn ang="0">
                    <a:pos x="2992" y="620"/>
                  </a:cxn>
                  <a:cxn ang="0">
                    <a:pos x="3260" y="662"/>
                  </a:cxn>
                  <a:cxn ang="0">
                    <a:pos x="3512" y="694"/>
                  </a:cxn>
                  <a:cxn ang="0">
                    <a:pos x="3750" y="722"/>
                  </a:cxn>
                  <a:cxn ang="0">
                    <a:pos x="3974" y="740"/>
                  </a:cxn>
                  <a:cxn ang="0">
                    <a:pos x="4184" y="754"/>
                  </a:cxn>
                  <a:cxn ang="0">
                    <a:pos x="4384" y="762"/>
                  </a:cxn>
                  <a:cxn ang="0">
                    <a:pos x="4570" y="762"/>
                  </a:cxn>
                  <a:cxn ang="0">
                    <a:pos x="4746" y="758"/>
                  </a:cxn>
                  <a:cxn ang="0">
                    <a:pos x="4912" y="748"/>
                  </a:cxn>
                  <a:cxn ang="0">
                    <a:pos x="5068" y="732"/>
                  </a:cxn>
                  <a:cxn ang="0">
                    <a:pos x="5216" y="714"/>
                  </a:cxn>
                </a:cxnLst>
                <a:rect l="0" t="0" r="r" b="b"/>
                <a:pathLst>
                  <a:path w="5216" h="762">
                    <a:moveTo>
                      <a:pt x="5216" y="714"/>
                    </a:moveTo>
                    <a:lnTo>
                      <a:pt x="5216" y="714"/>
                    </a:lnTo>
                    <a:lnTo>
                      <a:pt x="5102" y="700"/>
                    </a:lnTo>
                    <a:lnTo>
                      <a:pt x="4984" y="686"/>
                    </a:lnTo>
                    <a:lnTo>
                      <a:pt x="4738" y="652"/>
                    </a:lnTo>
                    <a:lnTo>
                      <a:pt x="4478" y="610"/>
                    </a:lnTo>
                    <a:lnTo>
                      <a:pt x="4204" y="564"/>
                    </a:lnTo>
                    <a:lnTo>
                      <a:pt x="3914" y="508"/>
                    </a:lnTo>
                    <a:lnTo>
                      <a:pt x="3608" y="446"/>
                    </a:lnTo>
                    <a:lnTo>
                      <a:pt x="3286" y="374"/>
                    </a:lnTo>
                    <a:lnTo>
                      <a:pt x="2946" y="296"/>
                    </a:lnTo>
                    <a:lnTo>
                      <a:pt x="2946" y="296"/>
                    </a:lnTo>
                    <a:lnTo>
                      <a:pt x="2812" y="266"/>
                    </a:lnTo>
                    <a:lnTo>
                      <a:pt x="2682" y="236"/>
                    </a:lnTo>
                    <a:lnTo>
                      <a:pt x="2556" y="210"/>
                    </a:lnTo>
                    <a:lnTo>
                      <a:pt x="2430" y="184"/>
                    </a:lnTo>
                    <a:lnTo>
                      <a:pt x="2308" y="162"/>
                    </a:lnTo>
                    <a:lnTo>
                      <a:pt x="2190" y="140"/>
                    </a:lnTo>
                    <a:lnTo>
                      <a:pt x="2074" y="120"/>
                    </a:lnTo>
                    <a:lnTo>
                      <a:pt x="1960" y="102"/>
                    </a:lnTo>
                    <a:lnTo>
                      <a:pt x="1850" y="86"/>
                    </a:lnTo>
                    <a:lnTo>
                      <a:pt x="1740" y="72"/>
                    </a:lnTo>
                    <a:lnTo>
                      <a:pt x="1532" y="46"/>
                    </a:lnTo>
                    <a:lnTo>
                      <a:pt x="1334" y="28"/>
                    </a:lnTo>
                    <a:lnTo>
                      <a:pt x="1148" y="14"/>
                    </a:lnTo>
                    <a:lnTo>
                      <a:pt x="970" y="4"/>
                    </a:lnTo>
                    <a:lnTo>
                      <a:pt x="802" y="0"/>
                    </a:lnTo>
                    <a:lnTo>
                      <a:pt x="644" y="0"/>
                    </a:lnTo>
                    <a:lnTo>
                      <a:pt x="496" y="4"/>
                    </a:lnTo>
                    <a:lnTo>
                      <a:pt x="358" y="10"/>
                    </a:lnTo>
                    <a:lnTo>
                      <a:pt x="230" y="20"/>
                    </a:lnTo>
                    <a:lnTo>
                      <a:pt x="110" y="32"/>
                    </a:lnTo>
                    <a:lnTo>
                      <a:pt x="0" y="48"/>
                    </a:lnTo>
                    <a:lnTo>
                      <a:pt x="0" y="48"/>
                    </a:lnTo>
                    <a:lnTo>
                      <a:pt x="154" y="66"/>
                    </a:lnTo>
                    <a:lnTo>
                      <a:pt x="314" y="86"/>
                    </a:lnTo>
                    <a:lnTo>
                      <a:pt x="480" y="112"/>
                    </a:lnTo>
                    <a:lnTo>
                      <a:pt x="652" y="140"/>
                    </a:lnTo>
                    <a:lnTo>
                      <a:pt x="830" y="174"/>
                    </a:lnTo>
                    <a:lnTo>
                      <a:pt x="1014" y="210"/>
                    </a:lnTo>
                    <a:lnTo>
                      <a:pt x="1206" y="250"/>
                    </a:lnTo>
                    <a:lnTo>
                      <a:pt x="1402" y="296"/>
                    </a:lnTo>
                    <a:lnTo>
                      <a:pt x="1402" y="296"/>
                    </a:lnTo>
                    <a:lnTo>
                      <a:pt x="1756" y="378"/>
                    </a:lnTo>
                    <a:lnTo>
                      <a:pt x="2092" y="450"/>
                    </a:lnTo>
                    <a:lnTo>
                      <a:pt x="2408" y="516"/>
                    </a:lnTo>
                    <a:lnTo>
                      <a:pt x="2562" y="544"/>
                    </a:lnTo>
                    <a:lnTo>
                      <a:pt x="2708" y="572"/>
                    </a:lnTo>
                    <a:lnTo>
                      <a:pt x="2852" y="598"/>
                    </a:lnTo>
                    <a:lnTo>
                      <a:pt x="2992" y="620"/>
                    </a:lnTo>
                    <a:lnTo>
                      <a:pt x="3128" y="642"/>
                    </a:lnTo>
                    <a:lnTo>
                      <a:pt x="3260" y="662"/>
                    </a:lnTo>
                    <a:lnTo>
                      <a:pt x="3388" y="678"/>
                    </a:lnTo>
                    <a:lnTo>
                      <a:pt x="3512" y="694"/>
                    </a:lnTo>
                    <a:lnTo>
                      <a:pt x="3632" y="708"/>
                    </a:lnTo>
                    <a:lnTo>
                      <a:pt x="3750" y="722"/>
                    </a:lnTo>
                    <a:lnTo>
                      <a:pt x="3864" y="732"/>
                    </a:lnTo>
                    <a:lnTo>
                      <a:pt x="3974" y="740"/>
                    </a:lnTo>
                    <a:lnTo>
                      <a:pt x="4080" y="748"/>
                    </a:lnTo>
                    <a:lnTo>
                      <a:pt x="4184" y="754"/>
                    </a:lnTo>
                    <a:lnTo>
                      <a:pt x="4286" y="758"/>
                    </a:lnTo>
                    <a:lnTo>
                      <a:pt x="4384" y="762"/>
                    </a:lnTo>
                    <a:lnTo>
                      <a:pt x="4478" y="762"/>
                    </a:lnTo>
                    <a:lnTo>
                      <a:pt x="4570" y="762"/>
                    </a:lnTo>
                    <a:lnTo>
                      <a:pt x="4660" y="760"/>
                    </a:lnTo>
                    <a:lnTo>
                      <a:pt x="4746" y="758"/>
                    </a:lnTo>
                    <a:lnTo>
                      <a:pt x="4830" y="754"/>
                    </a:lnTo>
                    <a:lnTo>
                      <a:pt x="4912" y="748"/>
                    </a:lnTo>
                    <a:lnTo>
                      <a:pt x="4992" y="740"/>
                    </a:lnTo>
                    <a:lnTo>
                      <a:pt x="5068" y="732"/>
                    </a:lnTo>
                    <a:lnTo>
                      <a:pt x="5144" y="724"/>
                    </a:lnTo>
                    <a:lnTo>
                      <a:pt x="5216" y="714"/>
                    </a:lnTo>
                    <a:lnTo>
                      <a:pt x="5216" y="714"/>
                    </a:lnTo>
                    <a:close/>
                  </a:path>
                </a:pathLst>
              </a:custGeom>
              <a:solidFill>
                <a:schemeClr val="bg2">
                  <a:alpha val="4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solidFill>
                    <a:srgbClr val="006BAB"/>
                  </a:solidFill>
                </a:endParaRPr>
              </a:p>
            </p:txBody>
          </p:sp>
          <p:sp>
            <p:nvSpPr>
              <p:cNvPr id="24" name="Freeform 22"/>
              <p:cNvSpPr>
                <a:spLocks/>
              </p:cNvSpPr>
              <p:nvPr userDrawn="1"/>
            </p:nvSpPr>
            <p:spPr bwMode="hidden">
              <a:xfrm>
                <a:off x="4015" y="4334834"/>
                <a:ext cx="8164230" cy="1101960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0" y="70"/>
                  </a:cxn>
                  <a:cxn ang="0">
                    <a:pos x="18" y="66"/>
                  </a:cxn>
                  <a:cxn ang="0">
                    <a:pos x="72" y="56"/>
                  </a:cxn>
                  <a:cxn ang="0">
                    <a:pos x="164" y="42"/>
                  </a:cxn>
                  <a:cxn ang="0">
                    <a:pos x="224" y="34"/>
                  </a:cxn>
                  <a:cxn ang="0">
                    <a:pos x="294" y="26"/>
                  </a:cxn>
                  <a:cxn ang="0">
                    <a:pos x="372" y="20"/>
                  </a:cxn>
                  <a:cxn ang="0">
                    <a:pos x="462" y="14"/>
                  </a:cxn>
                  <a:cxn ang="0">
                    <a:pos x="560" y="8"/>
                  </a:cxn>
                  <a:cxn ang="0">
                    <a:pos x="670" y="4"/>
                  </a:cxn>
                  <a:cxn ang="0">
                    <a:pos x="790" y="2"/>
                  </a:cxn>
                  <a:cxn ang="0">
                    <a:pos x="920" y="0"/>
                  </a:cxn>
                  <a:cxn ang="0">
                    <a:pos x="1060" y="2"/>
                  </a:cxn>
                  <a:cxn ang="0">
                    <a:pos x="1210" y="6"/>
                  </a:cxn>
                  <a:cxn ang="0">
                    <a:pos x="1372" y="14"/>
                  </a:cxn>
                  <a:cxn ang="0">
                    <a:pos x="1544" y="24"/>
                  </a:cxn>
                  <a:cxn ang="0">
                    <a:pos x="1726" y="40"/>
                  </a:cxn>
                  <a:cxn ang="0">
                    <a:pos x="1920" y="58"/>
                  </a:cxn>
                  <a:cxn ang="0">
                    <a:pos x="2126" y="80"/>
                  </a:cxn>
                  <a:cxn ang="0">
                    <a:pos x="2342" y="106"/>
                  </a:cxn>
                  <a:cxn ang="0">
                    <a:pos x="2570" y="138"/>
                  </a:cxn>
                  <a:cxn ang="0">
                    <a:pos x="2808" y="174"/>
                  </a:cxn>
                  <a:cxn ang="0">
                    <a:pos x="3058" y="216"/>
                  </a:cxn>
                  <a:cxn ang="0">
                    <a:pos x="3320" y="266"/>
                  </a:cxn>
                  <a:cxn ang="0">
                    <a:pos x="3594" y="320"/>
                  </a:cxn>
                  <a:cxn ang="0">
                    <a:pos x="3880" y="380"/>
                  </a:cxn>
                  <a:cxn ang="0">
                    <a:pos x="4178" y="448"/>
                  </a:cxn>
                  <a:cxn ang="0">
                    <a:pos x="4488" y="522"/>
                  </a:cxn>
                  <a:cxn ang="0">
                    <a:pos x="4810" y="604"/>
                  </a:cxn>
                  <a:cxn ang="0">
                    <a:pos x="5144" y="694"/>
                  </a:cxn>
                </a:cxnLst>
                <a:rect l="0" t="0" r="r" b="b"/>
                <a:pathLst>
                  <a:path w="5144" h="694">
                    <a:moveTo>
                      <a:pt x="0" y="70"/>
                    </a:moveTo>
                    <a:lnTo>
                      <a:pt x="0" y="70"/>
                    </a:lnTo>
                    <a:lnTo>
                      <a:pt x="18" y="66"/>
                    </a:lnTo>
                    <a:lnTo>
                      <a:pt x="72" y="56"/>
                    </a:lnTo>
                    <a:lnTo>
                      <a:pt x="164" y="42"/>
                    </a:lnTo>
                    <a:lnTo>
                      <a:pt x="224" y="34"/>
                    </a:lnTo>
                    <a:lnTo>
                      <a:pt x="294" y="26"/>
                    </a:lnTo>
                    <a:lnTo>
                      <a:pt x="372" y="20"/>
                    </a:lnTo>
                    <a:lnTo>
                      <a:pt x="462" y="14"/>
                    </a:lnTo>
                    <a:lnTo>
                      <a:pt x="560" y="8"/>
                    </a:lnTo>
                    <a:lnTo>
                      <a:pt x="670" y="4"/>
                    </a:lnTo>
                    <a:lnTo>
                      <a:pt x="790" y="2"/>
                    </a:lnTo>
                    <a:lnTo>
                      <a:pt x="920" y="0"/>
                    </a:lnTo>
                    <a:lnTo>
                      <a:pt x="1060" y="2"/>
                    </a:lnTo>
                    <a:lnTo>
                      <a:pt x="1210" y="6"/>
                    </a:lnTo>
                    <a:lnTo>
                      <a:pt x="1372" y="14"/>
                    </a:lnTo>
                    <a:lnTo>
                      <a:pt x="1544" y="24"/>
                    </a:lnTo>
                    <a:lnTo>
                      <a:pt x="1726" y="40"/>
                    </a:lnTo>
                    <a:lnTo>
                      <a:pt x="1920" y="58"/>
                    </a:lnTo>
                    <a:lnTo>
                      <a:pt x="2126" y="80"/>
                    </a:lnTo>
                    <a:lnTo>
                      <a:pt x="2342" y="106"/>
                    </a:lnTo>
                    <a:lnTo>
                      <a:pt x="2570" y="138"/>
                    </a:lnTo>
                    <a:lnTo>
                      <a:pt x="2808" y="174"/>
                    </a:lnTo>
                    <a:lnTo>
                      <a:pt x="3058" y="216"/>
                    </a:lnTo>
                    <a:lnTo>
                      <a:pt x="3320" y="266"/>
                    </a:lnTo>
                    <a:lnTo>
                      <a:pt x="3594" y="320"/>
                    </a:lnTo>
                    <a:lnTo>
                      <a:pt x="3880" y="380"/>
                    </a:lnTo>
                    <a:lnTo>
                      <a:pt x="4178" y="448"/>
                    </a:lnTo>
                    <a:lnTo>
                      <a:pt x="4488" y="522"/>
                    </a:lnTo>
                    <a:lnTo>
                      <a:pt x="4810" y="604"/>
                    </a:lnTo>
                    <a:lnTo>
                      <a:pt x="5144" y="694"/>
                    </a:lnTo>
                  </a:path>
                </a:pathLst>
              </a:custGeom>
              <a:noFill/>
              <a:ln w="12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solidFill>
                    <a:srgbClr val="006BAB"/>
                  </a:solidFill>
                </a:endParaRPr>
              </a:p>
            </p:txBody>
          </p:sp>
          <p:sp>
            <p:nvSpPr>
              <p:cNvPr id="25" name="Freeform 26"/>
              <p:cNvSpPr>
                <a:spLocks/>
              </p:cNvSpPr>
              <p:nvPr userDrawn="1"/>
            </p:nvSpPr>
            <p:spPr bwMode="hidden">
              <a:xfrm>
                <a:off x="4157164" y="4316769"/>
                <a:ext cx="4939264" cy="925827"/>
              </a:xfrm>
              <a:custGeom>
                <a:avLst/>
                <a:gdLst/>
                <a:ahLst/>
                <a:cxnLst>
                  <a:cxn ang="0">
                    <a:pos x="0" y="584"/>
                  </a:cxn>
                  <a:cxn ang="0">
                    <a:pos x="0" y="584"/>
                  </a:cxn>
                  <a:cxn ang="0">
                    <a:pos x="90" y="560"/>
                  </a:cxn>
                  <a:cxn ang="0">
                    <a:pos x="336" y="498"/>
                  </a:cxn>
                  <a:cxn ang="0">
                    <a:pos x="506" y="456"/>
                  </a:cxn>
                  <a:cxn ang="0">
                    <a:pos x="702" y="410"/>
                  </a:cxn>
                  <a:cxn ang="0">
                    <a:pos x="920" y="360"/>
                  </a:cxn>
                  <a:cxn ang="0">
                    <a:pos x="1154" y="306"/>
                  </a:cxn>
                  <a:cxn ang="0">
                    <a:pos x="1402" y="254"/>
                  </a:cxn>
                  <a:cxn ang="0">
                    <a:pos x="1656" y="202"/>
                  </a:cxn>
                  <a:cxn ang="0">
                    <a:pos x="1916" y="154"/>
                  </a:cxn>
                  <a:cxn ang="0">
                    <a:pos x="2174" y="108"/>
                  </a:cxn>
                  <a:cxn ang="0">
                    <a:pos x="2302" y="88"/>
                  </a:cxn>
                  <a:cxn ang="0">
                    <a:pos x="2426" y="68"/>
                  </a:cxn>
                  <a:cxn ang="0">
                    <a:pos x="2550" y="52"/>
                  </a:cxn>
                  <a:cxn ang="0">
                    <a:pos x="2670" y="36"/>
                  </a:cxn>
                  <a:cxn ang="0">
                    <a:pos x="2788" y="24"/>
                  </a:cxn>
                  <a:cxn ang="0">
                    <a:pos x="2900" y="14"/>
                  </a:cxn>
                  <a:cxn ang="0">
                    <a:pos x="3008" y="6"/>
                  </a:cxn>
                  <a:cxn ang="0">
                    <a:pos x="3112" y="0"/>
                  </a:cxn>
                </a:cxnLst>
                <a:rect l="0" t="0" r="r" b="b"/>
                <a:pathLst>
                  <a:path w="3112" h="584">
                    <a:moveTo>
                      <a:pt x="0" y="584"/>
                    </a:moveTo>
                    <a:lnTo>
                      <a:pt x="0" y="584"/>
                    </a:lnTo>
                    <a:lnTo>
                      <a:pt x="90" y="560"/>
                    </a:lnTo>
                    <a:lnTo>
                      <a:pt x="336" y="498"/>
                    </a:lnTo>
                    <a:lnTo>
                      <a:pt x="506" y="456"/>
                    </a:lnTo>
                    <a:lnTo>
                      <a:pt x="702" y="410"/>
                    </a:lnTo>
                    <a:lnTo>
                      <a:pt x="920" y="360"/>
                    </a:lnTo>
                    <a:lnTo>
                      <a:pt x="1154" y="306"/>
                    </a:lnTo>
                    <a:lnTo>
                      <a:pt x="1402" y="254"/>
                    </a:lnTo>
                    <a:lnTo>
                      <a:pt x="1656" y="202"/>
                    </a:lnTo>
                    <a:lnTo>
                      <a:pt x="1916" y="154"/>
                    </a:lnTo>
                    <a:lnTo>
                      <a:pt x="2174" y="108"/>
                    </a:lnTo>
                    <a:lnTo>
                      <a:pt x="2302" y="88"/>
                    </a:lnTo>
                    <a:lnTo>
                      <a:pt x="2426" y="68"/>
                    </a:lnTo>
                    <a:lnTo>
                      <a:pt x="2550" y="52"/>
                    </a:lnTo>
                    <a:lnTo>
                      <a:pt x="2670" y="36"/>
                    </a:lnTo>
                    <a:lnTo>
                      <a:pt x="2788" y="24"/>
                    </a:lnTo>
                    <a:lnTo>
                      <a:pt x="2900" y="14"/>
                    </a:lnTo>
                    <a:lnTo>
                      <a:pt x="3008" y="6"/>
                    </a:lnTo>
                    <a:lnTo>
                      <a:pt x="3112" y="0"/>
                    </a:lnTo>
                  </a:path>
                </a:pathLst>
              </a:custGeom>
              <a:noFill/>
              <a:ln w="12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solidFill>
                    <a:srgbClr val="006BAB"/>
                  </a:solidFill>
                </a:endParaRPr>
              </a:p>
            </p:txBody>
          </p:sp>
          <p:sp useBgFill="1">
            <p:nvSpPr>
              <p:cNvPr id="26" name="Freeform 10"/>
              <p:cNvSpPr>
                <a:spLocks/>
              </p:cNvSpPr>
              <p:nvPr userDrawn="1"/>
            </p:nvSpPr>
            <p:spPr bwMode="hidden">
              <a:xfrm>
                <a:off x="-3905250" y="4294188"/>
                <a:ext cx="13011150" cy="1892300"/>
              </a:xfrm>
              <a:custGeom>
                <a:avLst/>
                <a:gdLst/>
                <a:ahLst/>
                <a:cxnLst>
                  <a:cxn ang="0">
                    <a:pos x="8192" y="512"/>
                  </a:cxn>
                  <a:cxn ang="0">
                    <a:pos x="8040" y="570"/>
                  </a:cxn>
                  <a:cxn ang="0">
                    <a:pos x="7878" y="620"/>
                  </a:cxn>
                  <a:cxn ang="0">
                    <a:pos x="7706" y="666"/>
                  </a:cxn>
                  <a:cxn ang="0">
                    <a:pos x="7522" y="702"/>
                  </a:cxn>
                  <a:cxn ang="0">
                    <a:pos x="7322" y="730"/>
                  </a:cxn>
                  <a:cxn ang="0">
                    <a:pos x="7106" y="750"/>
                  </a:cxn>
                  <a:cxn ang="0">
                    <a:pos x="6872" y="762"/>
                  </a:cxn>
                  <a:cxn ang="0">
                    <a:pos x="6618" y="760"/>
                  </a:cxn>
                  <a:cxn ang="0">
                    <a:pos x="6342" y="750"/>
                  </a:cxn>
                  <a:cxn ang="0">
                    <a:pos x="6042" y="726"/>
                  </a:cxn>
                  <a:cxn ang="0">
                    <a:pos x="5716" y="690"/>
                  </a:cxn>
                  <a:cxn ang="0">
                    <a:pos x="5364" y="642"/>
                  </a:cxn>
                  <a:cxn ang="0">
                    <a:pos x="4982" y="578"/>
                  </a:cxn>
                  <a:cxn ang="0">
                    <a:pos x="4568" y="500"/>
                  </a:cxn>
                  <a:cxn ang="0">
                    <a:pos x="4122" y="406"/>
                  </a:cxn>
                  <a:cxn ang="0">
                    <a:pos x="3640" y="296"/>
                  </a:cxn>
                  <a:cxn ang="0">
                    <a:pos x="3396" y="240"/>
                  </a:cxn>
                  <a:cxn ang="0">
                    <a:pos x="2934" y="148"/>
                  </a:cxn>
                  <a:cxn ang="0">
                    <a:pos x="2512" y="82"/>
                  </a:cxn>
                  <a:cxn ang="0">
                    <a:pos x="2126" y="36"/>
                  </a:cxn>
                  <a:cxn ang="0">
                    <a:pos x="1776" y="10"/>
                  </a:cxn>
                  <a:cxn ang="0">
                    <a:pos x="1462" y="0"/>
                  </a:cxn>
                  <a:cxn ang="0">
                    <a:pos x="1182" y="4"/>
                  </a:cxn>
                  <a:cxn ang="0">
                    <a:pos x="934" y="20"/>
                  </a:cxn>
                  <a:cxn ang="0">
                    <a:pos x="716" y="44"/>
                  </a:cxn>
                  <a:cxn ang="0">
                    <a:pos x="530" y="74"/>
                  </a:cxn>
                  <a:cxn ang="0">
                    <a:pos x="374" y="108"/>
                  </a:cxn>
                  <a:cxn ang="0">
                    <a:pos x="248" y="144"/>
                  </a:cxn>
                  <a:cxn ang="0">
                    <a:pos x="148" y="176"/>
                  </a:cxn>
                  <a:cxn ang="0">
                    <a:pos x="48" y="216"/>
                  </a:cxn>
                  <a:cxn ang="0">
                    <a:pos x="0" y="240"/>
                  </a:cxn>
                  <a:cxn ang="0">
                    <a:pos x="8192" y="1192"/>
                  </a:cxn>
                  <a:cxn ang="0">
                    <a:pos x="8196" y="1186"/>
                  </a:cxn>
                  <a:cxn ang="0">
                    <a:pos x="8196" y="510"/>
                  </a:cxn>
                  <a:cxn ang="0">
                    <a:pos x="8192" y="512"/>
                  </a:cxn>
                </a:cxnLst>
                <a:rect l="0" t="0" r="r" b="b"/>
                <a:pathLst>
                  <a:path w="8196" h="1192">
                    <a:moveTo>
                      <a:pt x="8192" y="512"/>
                    </a:moveTo>
                    <a:lnTo>
                      <a:pt x="8192" y="512"/>
                    </a:lnTo>
                    <a:lnTo>
                      <a:pt x="8116" y="542"/>
                    </a:lnTo>
                    <a:lnTo>
                      <a:pt x="8040" y="570"/>
                    </a:lnTo>
                    <a:lnTo>
                      <a:pt x="7960" y="596"/>
                    </a:lnTo>
                    <a:lnTo>
                      <a:pt x="7878" y="620"/>
                    </a:lnTo>
                    <a:lnTo>
                      <a:pt x="7794" y="644"/>
                    </a:lnTo>
                    <a:lnTo>
                      <a:pt x="7706" y="666"/>
                    </a:lnTo>
                    <a:lnTo>
                      <a:pt x="7616" y="684"/>
                    </a:lnTo>
                    <a:lnTo>
                      <a:pt x="7522" y="702"/>
                    </a:lnTo>
                    <a:lnTo>
                      <a:pt x="7424" y="718"/>
                    </a:lnTo>
                    <a:lnTo>
                      <a:pt x="7322" y="730"/>
                    </a:lnTo>
                    <a:lnTo>
                      <a:pt x="7216" y="742"/>
                    </a:lnTo>
                    <a:lnTo>
                      <a:pt x="7106" y="750"/>
                    </a:lnTo>
                    <a:lnTo>
                      <a:pt x="6992" y="758"/>
                    </a:lnTo>
                    <a:lnTo>
                      <a:pt x="6872" y="762"/>
                    </a:lnTo>
                    <a:lnTo>
                      <a:pt x="6748" y="762"/>
                    </a:lnTo>
                    <a:lnTo>
                      <a:pt x="6618" y="760"/>
                    </a:lnTo>
                    <a:lnTo>
                      <a:pt x="6482" y="756"/>
                    </a:lnTo>
                    <a:lnTo>
                      <a:pt x="6342" y="750"/>
                    </a:lnTo>
                    <a:lnTo>
                      <a:pt x="6196" y="740"/>
                    </a:lnTo>
                    <a:lnTo>
                      <a:pt x="6042" y="726"/>
                    </a:lnTo>
                    <a:lnTo>
                      <a:pt x="5882" y="710"/>
                    </a:lnTo>
                    <a:lnTo>
                      <a:pt x="5716" y="690"/>
                    </a:lnTo>
                    <a:lnTo>
                      <a:pt x="5544" y="668"/>
                    </a:lnTo>
                    <a:lnTo>
                      <a:pt x="5364" y="642"/>
                    </a:lnTo>
                    <a:lnTo>
                      <a:pt x="5176" y="612"/>
                    </a:lnTo>
                    <a:lnTo>
                      <a:pt x="4982" y="578"/>
                    </a:lnTo>
                    <a:lnTo>
                      <a:pt x="4778" y="540"/>
                    </a:lnTo>
                    <a:lnTo>
                      <a:pt x="4568" y="500"/>
                    </a:lnTo>
                    <a:lnTo>
                      <a:pt x="4348" y="454"/>
                    </a:lnTo>
                    <a:lnTo>
                      <a:pt x="4122" y="406"/>
                    </a:lnTo>
                    <a:lnTo>
                      <a:pt x="3886" y="354"/>
                    </a:lnTo>
                    <a:lnTo>
                      <a:pt x="3640" y="296"/>
                    </a:lnTo>
                    <a:lnTo>
                      <a:pt x="3640" y="296"/>
                    </a:lnTo>
                    <a:lnTo>
                      <a:pt x="3396" y="240"/>
                    </a:lnTo>
                    <a:lnTo>
                      <a:pt x="3160" y="192"/>
                    </a:lnTo>
                    <a:lnTo>
                      <a:pt x="2934" y="148"/>
                    </a:lnTo>
                    <a:lnTo>
                      <a:pt x="2718" y="112"/>
                    </a:lnTo>
                    <a:lnTo>
                      <a:pt x="2512" y="82"/>
                    </a:lnTo>
                    <a:lnTo>
                      <a:pt x="2314" y="56"/>
                    </a:lnTo>
                    <a:lnTo>
                      <a:pt x="2126" y="36"/>
                    </a:lnTo>
                    <a:lnTo>
                      <a:pt x="1948" y="20"/>
                    </a:lnTo>
                    <a:lnTo>
                      <a:pt x="1776" y="10"/>
                    </a:lnTo>
                    <a:lnTo>
                      <a:pt x="1616" y="2"/>
                    </a:lnTo>
                    <a:lnTo>
                      <a:pt x="1462" y="0"/>
                    </a:lnTo>
                    <a:lnTo>
                      <a:pt x="1318" y="0"/>
                    </a:lnTo>
                    <a:lnTo>
                      <a:pt x="1182" y="4"/>
                    </a:lnTo>
                    <a:lnTo>
                      <a:pt x="1054" y="10"/>
                    </a:lnTo>
                    <a:lnTo>
                      <a:pt x="934" y="20"/>
                    </a:lnTo>
                    <a:lnTo>
                      <a:pt x="822" y="30"/>
                    </a:lnTo>
                    <a:lnTo>
                      <a:pt x="716" y="44"/>
                    </a:lnTo>
                    <a:lnTo>
                      <a:pt x="620" y="58"/>
                    </a:lnTo>
                    <a:lnTo>
                      <a:pt x="530" y="74"/>
                    </a:lnTo>
                    <a:lnTo>
                      <a:pt x="450" y="92"/>
                    </a:lnTo>
                    <a:lnTo>
                      <a:pt x="374" y="108"/>
                    </a:lnTo>
                    <a:lnTo>
                      <a:pt x="308" y="126"/>
                    </a:lnTo>
                    <a:lnTo>
                      <a:pt x="248" y="144"/>
                    </a:lnTo>
                    <a:lnTo>
                      <a:pt x="194" y="160"/>
                    </a:lnTo>
                    <a:lnTo>
                      <a:pt x="148" y="176"/>
                    </a:lnTo>
                    <a:lnTo>
                      <a:pt x="108" y="192"/>
                    </a:lnTo>
                    <a:lnTo>
                      <a:pt x="48" y="216"/>
                    </a:lnTo>
                    <a:lnTo>
                      <a:pt x="12" y="234"/>
                    </a:lnTo>
                    <a:lnTo>
                      <a:pt x="0" y="240"/>
                    </a:lnTo>
                    <a:lnTo>
                      <a:pt x="0" y="1192"/>
                    </a:lnTo>
                    <a:lnTo>
                      <a:pt x="8192" y="1192"/>
                    </a:lnTo>
                    <a:lnTo>
                      <a:pt x="8192" y="1192"/>
                    </a:lnTo>
                    <a:lnTo>
                      <a:pt x="8196" y="1186"/>
                    </a:lnTo>
                    <a:lnTo>
                      <a:pt x="8196" y="1186"/>
                    </a:lnTo>
                    <a:lnTo>
                      <a:pt x="8196" y="510"/>
                    </a:lnTo>
                    <a:lnTo>
                      <a:pt x="8196" y="510"/>
                    </a:lnTo>
                    <a:lnTo>
                      <a:pt x="8192" y="512"/>
                    </a:lnTo>
                    <a:lnTo>
                      <a:pt x="8192" y="512"/>
                    </a:lnTo>
                    <a:close/>
                  </a:path>
                </a:pathLst>
              </a:custGeom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solidFill>
                    <a:srgbClr val="006BAB"/>
                  </a:solidFill>
                </a:endParaRPr>
              </a:p>
            </p:txBody>
          </p:sp>
        </p:grpSp>
      </p:grpSp>
      <p:sp>
        <p:nvSpPr>
          <p:cNvPr id="2437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628775"/>
            <a:ext cx="8277225" cy="453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2437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188913"/>
            <a:ext cx="86375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5720" rIns="9000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2437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BAC3CFD-F0BC-4112-BAD9-3960D7155669}" type="slidenum">
              <a:rPr lang="fr-FR">
                <a:solidFill>
                  <a:srgbClr val="006BA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‹N°›</a:t>
            </a:fld>
            <a:endParaRPr lang="fr-FR">
              <a:solidFill>
                <a:srgbClr val="006BAB"/>
              </a:solidFill>
            </a:endParaRPr>
          </a:p>
        </p:txBody>
      </p:sp>
      <p:sp>
        <p:nvSpPr>
          <p:cNvPr id="243726" name="AutoShape 14"/>
          <p:cNvSpPr>
            <a:spLocks noChangeArrowheads="1"/>
          </p:cNvSpPr>
          <p:nvPr/>
        </p:nvSpPr>
        <p:spPr bwMode="auto">
          <a:xfrm>
            <a:off x="8532813" y="6381750"/>
            <a:ext cx="360362" cy="360363"/>
          </a:xfrm>
          <a:prstGeom prst="roundRect">
            <a:avLst>
              <a:gd name="adj" fmla="val 30398"/>
            </a:avLst>
          </a:prstGeom>
          <a:gradFill rotWithShape="1">
            <a:gsLst>
              <a:gs pos="0">
                <a:srgbClr val="009DD5"/>
              </a:gs>
              <a:gs pos="100000">
                <a:srgbClr val="006BAB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fld id="{4676AAF6-A01F-45A9-9A23-D1C72272ABED}" type="slidenum">
              <a:rPr lang="fr-FR" sz="1400">
                <a:solidFill>
                  <a:srgbClr val="FFFFFF"/>
                </a:solidFill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‹N°›</a:t>
            </a:fld>
            <a:endParaRPr lang="fr-FR" sz="1400">
              <a:solidFill>
                <a:srgbClr val="FFFFFF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0EDEFB9-45E2-407D-BBF4-A6FFEEF47716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952571"/>
            <a:ext cx="1179084" cy="41923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48057653-4F32-4294-A7D7-D3029CFC650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21" y="6382647"/>
            <a:ext cx="360362" cy="36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9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alibri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alibri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alibri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alibri" pitchFamily="34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009DD5"/>
        </a:buClr>
        <a:buChar char="•"/>
        <a:defRPr sz="2800">
          <a:solidFill>
            <a:srgbClr val="006BAB"/>
          </a:solidFill>
          <a:latin typeface="+mn-lt"/>
          <a:ea typeface="+mn-ea"/>
          <a:cs typeface="+mn-cs"/>
        </a:defRPr>
      </a:lvl1pPr>
      <a:lvl2pPr marL="633413" indent="-184150" algn="l" rtl="0" eaLnBrk="0" fontAlgn="base" hangingPunct="0">
        <a:spcBef>
          <a:spcPct val="20000"/>
        </a:spcBef>
        <a:spcAft>
          <a:spcPct val="0"/>
        </a:spcAft>
        <a:buClr>
          <a:srgbClr val="009DD5"/>
        </a:buClr>
        <a:buChar char="•"/>
        <a:defRPr sz="2400">
          <a:solidFill>
            <a:srgbClr val="006BAB"/>
          </a:solidFill>
          <a:latin typeface="+mn-lt"/>
        </a:defRPr>
      </a:lvl2pPr>
      <a:lvl3pPr marL="987425" indent="-174625" algn="l" rtl="0" eaLnBrk="0" fontAlgn="base" hangingPunct="0">
        <a:spcBef>
          <a:spcPct val="20000"/>
        </a:spcBef>
        <a:spcAft>
          <a:spcPct val="0"/>
        </a:spcAft>
        <a:buClr>
          <a:srgbClr val="009DD5"/>
        </a:buClr>
        <a:buChar char="•"/>
        <a:defRPr sz="2000">
          <a:solidFill>
            <a:srgbClr val="006BAB"/>
          </a:solidFill>
          <a:latin typeface="+mn-lt"/>
        </a:defRPr>
      </a:lvl3pPr>
      <a:lvl4pPr marL="1350963" indent="-184150" algn="l" rtl="0" eaLnBrk="0" fontAlgn="base" hangingPunct="0">
        <a:spcBef>
          <a:spcPct val="20000"/>
        </a:spcBef>
        <a:spcAft>
          <a:spcPct val="0"/>
        </a:spcAft>
        <a:buClr>
          <a:srgbClr val="009DD5"/>
        </a:buClr>
        <a:buChar char="•"/>
        <a:defRPr>
          <a:solidFill>
            <a:srgbClr val="006BAB"/>
          </a:solidFill>
          <a:latin typeface="+mn-lt"/>
        </a:defRPr>
      </a:lvl4pPr>
      <a:lvl5pPr marL="1704975" indent="-174625" algn="l" rtl="0" eaLnBrk="0" fontAlgn="base" hangingPunct="0">
        <a:spcBef>
          <a:spcPct val="20000"/>
        </a:spcBef>
        <a:spcAft>
          <a:spcPct val="0"/>
        </a:spcAft>
        <a:buClr>
          <a:srgbClr val="009DD5"/>
        </a:buClr>
        <a:buChar char="•"/>
        <a:defRPr>
          <a:solidFill>
            <a:srgbClr val="006BAB"/>
          </a:solidFill>
          <a:latin typeface="+mn-lt"/>
        </a:defRPr>
      </a:lvl5pPr>
      <a:lvl6pPr marL="2162175" indent="-174625" algn="l" rtl="0" eaLnBrk="0" fontAlgn="base" hangingPunct="0">
        <a:spcBef>
          <a:spcPct val="20000"/>
        </a:spcBef>
        <a:spcAft>
          <a:spcPct val="0"/>
        </a:spcAft>
        <a:buClr>
          <a:srgbClr val="009DD5"/>
        </a:buClr>
        <a:buChar char="•"/>
        <a:defRPr>
          <a:solidFill>
            <a:srgbClr val="006BAB"/>
          </a:solidFill>
          <a:latin typeface="+mn-lt"/>
        </a:defRPr>
      </a:lvl6pPr>
      <a:lvl7pPr marL="2619375" indent="-174625" algn="l" rtl="0" eaLnBrk="0" fontAlgn="base" hangingPunct="0">
        <a:spcBef>
          <a:spcPct val="20000"/>
        </a:spcBef>
        <a:spcAft>
          <a:spcPct val="0"/>
        </a:spcAft>
        <a:buClr>
          <a:srgbClr val="009DD5"/>
        </a:buClr>
        <a:buChar char="•"/>
        <a:defRPr>
          <a:solidFill>
            <a:srgbClr val="006BAB"/>
          </a:solidFill>
          <a:latin typeface="+mn-lt"/>
        </a:defRPr>
      </a:lvl7pPr>
      <a:lvl8pPr marL="3076575" indent="-174625" algn="l" rtl="0" eaLnBrk="0" fontAlgn="base" hangingPunct="0">
        <a:spcBef>
          <a:spcPct val="20000"/>
        </a:spcBef>
        <a:spcAft>
          <a:spcPct val="0"/>
        </a:spcAft>
        <a:buClr>
          <a:srgbClr val="009DD5"/>
        </a:buClr>
        <a:buChar char="•"/>
        <a:defRPr>
          <a:solidFill>
            <a:srgbClr val="006BAB"/>
          </a:solidFill>
          <a:latin typeface="+mn-lt"/>
        </a:defRPr>
      </a:lvl8pPr>
      <a:lvl9pPr marL="3533775" indent="-174625" algn="l" rtl="0" eaLnBrk="0" fontAlgn="base" hangingPunct="0">
        <a:spcBef>
          <a:spcPct val="20000"/>
        </a:spcBef>
        <a:spcAft>
          <a:spcPct val="0"/>
        </a:spcAft>
        <a:buClr>
          <a:srgbClr val="009DD5"/>
        </a:buClr>
        <a:buChar char="•"/>
        <a:defRPr>
          <a:solidFill>
            <a:srgbClr val="006BAB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nisrine.bajja@univ-littoral.fr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nisrine.bajja@univ-littoral.fr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fr.wikipedia.org/wiki/Sudoku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nisrine.bajja@univ-littoral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6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42910" y="714356"/>
            <a:ext cx="7916863" cy="1569660"/>
          </a:xfrm>
        </p:spPr>
        <p:txBody>
          <a:bodyPr/>
          <a:lstStyle/>
          <a:p>
            <a:r>
              <a:rPr sz="4700"/>
              <a:t>Bureau d’étude en langage C</a:t>
            </a:r>
            <a:br/>
            <a:r>
              <a:rPr sz="4700"/>
              <a:t>Morpion</a:t>
            </a:r>
          </a:p>
        </p:txBody>
      </p:sp>
      <p:sp>
        <p:nvSpPr>
          <p:cNvPr id="24986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31913" y="2276872"/>
            <a:ext cx="6478587" cy="2520280"/>
          </a:xfrm>
        </p:spPr>
        <p:txBody>
          <a:bodyPr/>
          <a:lstStyle/>
          <a:p>
            <a:r>
              <a:rPr sz="2800"/>
              <a:t>Nisrine BAJJA</a:t>
            </a:r>
          </a:p>
          <a:p>
            <a:r>
              <a:rPr sz="2300"/>
              <a:t>nisrine.bajja@univ-littoral.fr</a:t>
            </a:r>
          </a:p>
        </p:txBody>
      </p:sp>
    </p:spTree>
    <p:extLst>
      <p:ext uri="{BB962C8B-B14F-4D97-AF65-F5344CB8AC3E}">
        <p14:creationId xmlns:p14="http://schemas.microsoft.com/office/powerpoint/2010/main" val="125163721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Déroulement du projet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844824"/>
            <a:ext cx="8277225" cy="4480560"/>
          </a:xfrm>
        </p:spPr>
        <p:txBody>
          <a:bodyPr wrap="square" bIns="73152"/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300"/>
              <a:t>Projet en trinôme : de mi-octobre 2026 à mi-janvier 2027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300"/>
              <a:t>Réunion de lancement : semaine 42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300"/>
              <a:t>4 réunions d’avancement : semaines 45, 48, 50 et 01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300"/>
              <a:t>Les trinômes organisent leurs rendez-vous à l’avance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250"/>
              <a:t>Disponibilités : lundi et mardi (journée entière),</a:t>
            </a:r>
          </a:p>
          <a:p>
            <a:pPr lvl="1">
              <a:lnSpc>
                <a:spcPct val="105000"/>
              </a:lnSpc>
              <a:spcAft>
                <a:spcPts val="400"/>
              </a:spcAft>
            </a:pPr>
            <a:r>
              <a:rPr sz="2250"/>
              <a:t>mercredi après-midi et jeudi matin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250"/>
              <a:t>Contact : nisrine.bajja@univ-littoral.fr</a:t>
            </a:r>
          </a:p>
        </p:txBody>
      </p:sp>
    </p:spTree>
    <p:extLst>
      <p:ext uri="{BB962C8B-B14F-4D97-AF65-F5344CB8AC3E}">
        <p14:creationId xmlns:p14="http://schemas.microsoft.com/office/powerpoint/2010/main" val="108187994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Déroulement du projet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844824"/>
            <a:ext cx="8277225" cy="4526280"/>
          </a:xfrm>
        </p:spPr>
        <p:txBody>
          <a:bodyPr wrap="square" bIns="73152"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220"/>
              <a:t>Après chaque réunion : un compte rendu d’avancement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20"/>
              <a:t>Travail effectué et démonstration des fonctionnalités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20"/>
              <a:t>Problèmes rencontrés et solutions discutées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20"/>
              <a:t>Objectifs et tâches à réaliser avant la réunion suivante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20"/>
              <a:t>Compte rendu à transmettre par mail à la tutrice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220"/>
              <a:t>En dehors des réunions :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20"/>
              <a:t>Vous pouvez me contacter en cas de difficulté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20"/>
              <a:t>Joignez le dossier complet du projet si nécessaire</a:t>
            </a:r>
          </a:p>
        </p:txBody>
      </p:sp>
    </p:spTree>
    <p:extLst>
      <p:ext uri="{BB962C8B-B14F-4D97-AF65-F5344CB8AC3E}">
        <p14:creationId xmlns:p14="http://schemas.microsoft.com/office/powerpoint/2010/main" val="367577783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Évaluation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844824"/>
            <a:ext cx="8391876" cy="4517136"/>
          </a:xfrm>
        </p:spPr>
        <p:txBody>
          <a:bodyPr wrap="square" bIns="73152"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400"/>
              <a:t>Rapport final : environ 15 pages (hors code)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50"/>
              <a:t>Date limite : 10 janvier 2027 à 23 h 59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400"/>
              <a:t>Contenu attendu :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150"/>
              <a:t>Introduction et description du jeu de Morpion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150"/>
              <a:t>Gestion du projet et répartition des tâches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150"/>
              <a:t>Partie technique : algorithmes et pseudo-code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150"/>
              <a:t>Bilan : acquis, difficultés et évolutions possibles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15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34567339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Évaluation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844824"/>
            <a:ext cx="8277225" cy="4690872"/>
          </a:xfrm>
        </p:spPr>
        <p:txBody>
          <a:bodyPr wrap="square" bIns="73152"/>
          <a:lstStyle/>
          <a:p>
            <a:pPr>
              <a:lnSpc>
                <a:spcPct val="105000"/>
              </a:lnSpc>
              <a:spcAft>
                <a:spcPts val="260"/>
              </a:spcAft>
            </a:pPr>
            <a:r>
              <a:rPr sz="2400"/>
              <a:t>Remise du rapport et du code C :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150"/>
              <a:t>Sur le cloud de l’école avant le 10/01/2027 à 23 h 59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150"/>
              <a:t>Fichiers source C compilables + fichiers utiles + rapport PDF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000"/>
              <a:t>Nom du rapport : BAJJA_Rapport_BE_NOM1-NOM2-NOM3.pdf</a:t>
            </a:r>
          </a:p>
          <a:p>
            <a:pPr>
              <a:lnSpc>
                <a:spcPct val="105000"/>
              </a:lnSpc>
              <a:spcAft>
                <a:spcPts val="260"/>
              </a:spcAft>
            </a:pPr>
            <a:r>
              <a:rPr sz="2400"/>
              <a:t>Soutenance : semaine du 18 janvier 2027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00"/>
              <a:t>20 minutes au total, sans PowerPoint :</a:t>
            </a:r>
          </a:p>
          <a:p>
            <a:pPr lvl="2">
              <a:lnSpc>
                <a:spcPct val="105000"/>
              </a:lnSpc>
              <a:spcAft>
                <a:spcPts val="150"/>
              </a:spcAft>
            </a:pPr>
            <a:r>
              <a:rPr sz="2150"/>
              <a:t>5 min : démonstration de votre application</a:t>
            </a:r>
          </a:p>
          <a:p>
            <a:pPr lvl="2">
              <a:lnSpc>
                <a:spcPct val="105000"/>
              </a:lnSpc>
              <a:spcAft>
                <a:spcPts val="150"/>
              </a:spcAft>
            </a:pPr>
            <a:r>
              <a:rPr sz="2150"/>
              <a:t>15 min : examen du code et questions individuelles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100"/>
              <a:t>Venez avec une application prête à être exécutée</a:t>
            </a:r>
          </a:p>
        </p:txBody>
      </p:sp>
    </p:spTree>
    <p:extLst>
      <p:ext uri="{BB962C8B-B14F-4D97-AF65-F5344CB8AC3E}">
        <p14:creationId xmlns:p14="http://schemas.microsoft.com/office/powerpoint/2010/main" val="47142087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Morpion : cahier des charges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768" y="1847088"/>
            <a:ext cx="8275320" cy="4480560"/>
          </a:xfrm>
        </p:spPr>
        <p:txBody>
          <a:bodyPr wrap="square" bIns="73152"/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70"/>
              <a:t>Respecter les règles du Morpion (victoire ou égalité)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70"/>
              <a:t>Jouer à deux ou contre l’ordinateur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20"/>
              <a:t>Proposer un adversaire informatique avec une stratégie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70"/>
              <a:t>Sauvegarder, charger et re-visualiser une partie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70"/>
              <a:t>Afficher des statistiques pour chaque joueur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70"/>
              <a:t>Personnaliser les options (symboles, couleurs, etc.)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70"/>
              <a:t>Soigner la présentation et l’ergonomie en console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 débuter…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988840"/>
            <a:ext cx="8277225" cy="4480560"/>
          </a:xfrm>
        </p:spPr>
        <p:txBody>
          <a:bodyPr wrap="square" bIns="73152"/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300"/>
              <a:t>Exemple de menu principal en C (printf / switch) :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300"/>
              <a:t>1. Nouvelle partie</a:t>
            </a:r>
          </a:p>
          <a:p>
            <a:pPr lvl="2">
              <a:lnSpc>
                <a:spcPct val="105000"/>
              </a:lnSpc>
              <a:spcAft>
                <a:spcPts val="150"/>
              </a:spcAft>
            </a:pPr>
            <a:r>
              <a:rPr sz="2150"/>
              <a:t>a) Deux joueurs  |  b) Joueur contre ordinateur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80"/>
              <a:t>2. Charger une partie sauvegardée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80"/>
              <a:t>3. Re-visualiser une partie terminée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80"/>
              <a:t>4. Statistiques des joueurs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80"/>
              <a:t>5. Options et personnalisation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80"/>
              <a:t>6. Aide et règles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80"/>
              <a:t>7. Quitter</a:t>
            </a:r>
          </a:p>
        </p:txBody>
      </p:sp>
    </p:spTree>
    <p:extLst>
      <p:ext uri="{BB962C8B-B14F-4D97-AF65-F5344CB8AC3E}">
        <p14:creationId xmlns:p14="http://schemas.microsoft.com/office/powerpoint/2010/main" val="155187793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 débuter…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988840"/>
            <a:ext cx="8277225" cy="4480560"/>
          </a:xfrm>
        </p:spPr>
        <p:txBody>
          <a:bodyPr wrap="square" bIns="73152"/>
          <a:lstStyle/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2400"/>
              <a:t>Vérification des saisies :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00"/>
              <a:t>Lire un choix du menu (1 à 7) ; contrôler les valeurs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00"/>
              <a:t>Pour jouer : demander ligne et colonne (1 à 3)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140"/>
              <a:t>Refuser une case occupée et demander une nouvelle saisie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00"/>
              <a:t>Afficher des messages d’erreur clairs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2400"/>
              <a:t>Affichage de la grille en mode console :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00"/>
              <a:t>Utiliser printf(), les caractères « | » et « - »</a:t>
            </a:r>
          </a:p>
          <a:p>
            <a:pPr lvl="1">
              <a:lnSpc>
                <a:spcPct val="105000"/>
              </a:lnSpc>
              <a:spcAft>
                <a:spcPts val="150"/>
              </a:spcAft>
            </a:pPr>
            <a:r>
              <a:rPr sz="2200"/>
              <a:t>Actualiser la grille après chaque coup</a:t>
            </a:r>
          </a:p>
        </p:txBody>
      </p:sp>
    </p:spTree>
    <p:extLst>
      <p:ext uri="{BB962C8B-B14F-4D97-AF65-F5344CB8AC3E}">
        <p14:creationId xmlns:p14="http://schemas.microsoft.com/office/powerpoint/2010/main" val="368965450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 débuter…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2011680"/>
            <a:ext cx="5367528" cy="4206240"/>
          </a:xfrm>
        </p:spPr>
        <p:txBody>
          <a:bodyPr wrap="square" bIns="73152"/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300"/>
              <a:t>Représenter la grille en C :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2150"/>
              <a:t>char grille[3][3];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2030"/>
              <a:t>Chaque case vaut « X », « O » ou espace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150"/>
              <a:t>Alterner les joueurs à chaque tour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150"/>
              <a:t>Après chaque coup, vérifier :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950"/>
              <a:t>3 symboles sur une ligne, une colonne ou une diagonale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2050"/>
              <a:t>Sinon : détecter la partie nulle</a:t>
            </a:r>
          </a:p>
        </p:txBody>
      </p:sp>
      <p:sp>
        <p:nvSpPr>
          <p:cNvPr id="251908" name="Rectangle 251907"/>
          <p:cNvSpPr/>
          <p:nvPr/>
        </p:nvSpPr>
        <p:spPr>
          <a:xfrm>
            <a:off x="6199632" y="2423160"/>
            <a:ext cx="722376" cy="722376"/>
          </a:xfrm>
          <a:prstGeom prst="rect">
            <a:avLst/>
          </a:prstGeom>
          <a:solidFill>
            <a:srgbClr val="F7FBFE"/>
          </a:solidFill>
          <a:ln w="25400">
            <a:solidFill>
              <a:srgbClr val="057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DB6C21"/>
                </a:solidFill>
                <a:latin typeface="Arial"/>
              </a:rPr>
              <a:t>X</a:t>
            </a:r>
          </a:p>
        </p:txBody>
      </p:sp>
      <p:sp>
        <p:nvSpPr>
          <p:cNvPr id="251909" name="Rectangle 251908"/>
          <p:cNvSpPr/>
          <p:nvPr/>
        </p:nvSpPr>
        <p:spPr>
          <a:xfrm>
            <a:off x="6922008" y="2423160"/>
            <a:ext cx="722376" cy="722376"/>
          </a:xfrm>
          <a:prstGeom prst="rect">
            <a:avLst/>
          </a:prstGeom>
          <a:solidFill>
            <a:srgbClr val="F7FBFE"/>
          </a:solidFill>
          <a:ln w="25400">
            <a:solidFill>
              <a:srgbClr val="057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02649E"/>
                </a:solidFill>
                <a:latin typeface="Arial"/>
              </a:rPr>
              <a:t>O</a:t>
            </a:r>
          </a:p>
        </p:txBody>
      </p:sp>
      <p:sp>
        <p:nvSpPr>
          <p:cNvPr id="251910" name="Rectangle 251909"/>
          <p:cNvSpPr/>
          <p:nvPr/>
        </p:nvSpPr>
        <p:spPr>
          <a:xfrm>
            <a:off x="7644384" y="2423160"/>
            <a:ext cx="722376" cy="722376"/>
          </a:xfrm>
          <a:prstGeom prst="rect">
            <a:avLst/>
          </a:prstGeom>
          <a:solidFill>
            <a:srgbClr val="F7FBFE"/>
          </a:solidFill>
          <a:ln w="25400">
            <a:solidFill>
              <a:srgbClr val="057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DB6C21"/>
                </a:solidFill>
                <a:latin typeface="Arial"/>
              </a:rPr>
              <a:t>X</a:t>
            </a:r>
          </a:p>
        </p:txBody>
      </p:sp>
      <p:sp>
        <p:nvSpPr>
          <p:cNvPr id="251911" name="Rectangle 251910"/>
          <p:cNvSpPr/>
          <p:nvPr/>
        </p:nvSpPr>
        <p:spPr>
          <a:xfrm>
            <a:off x="6199632" y="3145536"/>
            <a:ext cx="722376" cy="722376"/>
          </a:xfrm>
          <a:prstGeom prst="rect">
            <a:avLst/>
          </a:prstGeom>
          <a:solidFill>
            <a:srgbClr val="F7FBFE"/>
          </a:solidFill>
          <a:ln w="25400">
            <a:solidFill>
              <a:srgbClr val="057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02649E"/>
                </a:solidFill>
                <a:latin typeface="Arial"/>
              </a:rPr>
              <a:t>O</a:t>
            </a:r>
          </a:p>
        </p:txBody>
      </p:sp>
      <p:sp>
        <p:nvSpPr>
          <p:cNvPr id="251912" name="Rectangle 251911"/>
          <p:cNvSpPr/>
          <p:nvPr/>
        </p:nvSpPr>
        <p:spPr>
          <a:xfrm>
            <a:off x="6922008" y="3145536"/>
            <a:ext cx="722376" cy="722376"/>
          </a:xfrm>
          <a:prstGeom prst="rect">
            <a:avLst/>
          </a:prstGeom>
          <a:solidFill>
            <a:srgbClr val="F7FBFE"/>
          </a:solidFill>
          <a:ln w="25400">
            <a:solidFill>
              <a:srgbClr val="057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DB6C21"/>
                </a:solidFill>
                <a:latin typeface="Arial"/>
              </a:rPr>
              <a:t>X</a:t>
            </a:r>
          </a:p>
        </p:txBody>
      </p:sp>
      <p:sp>
        <p:nvSpPr>
          <p:cNvPr id="251913" name="Rectangle 251912"/>
          <p:cNvSpPr/>
          <p:nvPr/>
        </p:nvSpPr>
        <p:spPr>
          <a:xfrm>
            <a:off x="7644384" y="3145536"/>
            <a:ext cx="722376" cy="722376"/>
          </a:xfrm>
          <a:prstGeom prst="rect">
            <a:avLst/>
          </a:prstGeom>
          <a:solidFill>
            <a:srgbClr val="F7FBFE"/>
          </a:solidFill>
          <a:ln w="25400">
            <a:solidFill>
              <a:srgbClr val="057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DB6C21"/>
                </a:solidFill>
                <a:latin typeface="Arial"/>
              </a:rPr>
              <a:t> </a:t>
            </a:r>
          </a:p>
        </p:txBody>
      </p:sp>
      <p:sp>
        <p:nvSpPr>
          <p:cNvPr id="251914" name="Rectangle 251913"/>
          <p:cNvSpPr/>
          <p:nvPr/>
        </p:nvSpPr>
        <p:spPr>
          <a:xfrm>
            <a:off x="6199632" y="3867912"/>
            <a:ext cx="722376" cy="722376"/>
          </a:xfrm>
          <a:prstGeom prst="rect">
            <a:avLst/>
          </a:prstGeom>
          <a:solidFill>
            <a:srgbClr val="F7FBFE"/>
          </a:solidFill>
          <a:ln w="25400">
            <a:solidFill>
              <a:srgbClr val="057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DB6C21"/>
                </a:solidFill>
                <a:latin typeface="Arial"/>
              </a:rPr>
              <a:t> </a:t>
            </a:r>
          </a:p>
        </p:txBody>
      </p:sp>
      <p:sp>
        <p:nvSpPr>
          <p:cNvPr id="251915" name="Rectangle 251914"/>
          <p:cNvSpPr/>
          <p:nvPr/>
        </p:nvSpPr>
        <p:spPr>
          <a:xfrm>
            <a:off x="6922008" y="3867912"/>
            <a:ext cx="722376" cy="722376"/>
          </a:xfrm>
          <a:prstGeom prst="rect">
            <a:avLst/>
          </a:prstGeom>
          <a:solidFill>
            <a:srgbClr val="F7FBFE"/>
          </a:solidFill>
          <a:ln w="25400">
            <a:solidFill>
              <a:srgbClr val="057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02649E"/>
                </a:solidFill>
                <a:latin typeface="Arial"/>
              </a:rPr>
              <a:t>O</a:t>
            </a:r>
          </a:p>
        </p:txBody>
      </p:sp>
      <p:sp>
        <p:nvSpPr>
          <p:cNvPr id="251916" name="Rectangle 251915"/>
          <p:cNvSpPr/>
          <p:nvPr/>
        </p:nvSpPr>
        <p:spPr>
          <a:xfrm>
            <a:off x="7644384" y="3867912"/>
            <a:ext cx="722376" cy="722376"/>
          </a:xfrm>
          <a:prstGeom prst="rect">
            <a:avLst/>
          </a:prstGeom>
          <a:solidFill>
            <a:srgbClr val="F7FBFE"/>
          </a:solidFill>
          <a:ln w="25400">
            <a:solidFill>
              <a:srgbClr val="057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DB6C21"/>
                </a:solidFill>
                <a:latin typeface="Arial"/>
              </a:rPr>
              <a:t>X</a:t>
            </a:r>
          </a:p>
        </p:txBody>
      </p:sp>
      <p:sp>
        <p:nvSpPr>
          <p:cNvPr id="251917" name="TextBox 251916"/>
          <p:cNvSpPr txBox="1"/>
          <p:nvPr/>
        </p:nvSpPr>
        <p:spPr>
          <a:xfrm>
            <a:off x="5724144" y="4965192"/>
            <a:ext cx="315468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026297"/>
                </a:solidFill>
              </a:rPr>
              <a:t>Exemple : X gagne en diagonale</a:t>
            </a:r>
          </a:p>
        </p:txBody>
      </p:sp>
    </p:spTree>
    <p:extLst>
      <p:ext uri="{BB962C8B-B14F-4D97-AF65-F5344CB8AC3E}">
        <p14:creationId xmlns:p14="http://schemas.microsoft.com/office/powerpoint/2010/main" val="343004220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à réaliser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988840"/>
            <a:ext cx="8277225" cy="4480560"/>
          </a:xfrm>
        </p:spPr>
        <p:txBody>
          <a:bodyPr wrap="square" bIns="73152"/>
          <a:lstStyle/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2200"/>
              <a:t>Jalons proposés pour les réunions d’avancement :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2200"/>
              <a:t>Réunion 1 : menu, grille 3 × 3, saisies, partie à deux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2100"/>
              <a:t>Réunion 2 : détection victoire/égalité, mode ordinateur, premiers tests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2080"/>
              <a:t>Réunion 3 : sauvegarde/chargement, historique et relecture, statistiques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2080"/>
              <a:t>Réunion 4 : amélioration de l’IA, personnalisation, tests et finalisation</a:t>
            </a:r>
          </a:p>
        </p:txBody>
      </p:sp>
    </p:spTree>
    <p:extLst>
      <p:ext uri="{BB962C8B-B14F-4D97-AF65-F5344CB8AC3E}">
        <p14:creationId xmlns:p14="http://schemas.microsoft.com/office/powerpoint/2010/main" val="40689691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Obligations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99F2489B-8118-40A7-B5F9-E59038FFA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633375"/>
              </p:ext>
            </p:extLst>
          </p:nvPr>
        </p:nvGraphicFramePr>
        <p:xfrm>
          <a:off x="323528" y="2276872"/>
          <a:ext cx="8560122" cy="3329710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2167592">
                  <a:extLst>
                    <a:ext uri="{9D8B030D-6E8A-4147-A177-3AD203B41FA5}">
                      <a16:colId xmlns:a16="http://schemas.microsoft.com/office/drawing/2014/main" val="2492255166"/>
                    </a:ext>
                  </a:extLst>
                </a:gridCol>
                <a:gridCol w="6392530">
                  <a:extLst>
                    <a:ext uri="{9D8B030D-6E8A-4147-A177-3AD203B41FA5}">
                      <a16:colId xmlns:a16="http://schemas.microsoft.com/office/drawing/2014/main" val="3696893849"/>
                    </a:ext>
                  </a:extLst>
                </a:gridCol>
              </a:tblGrid>
              <a:tr h="280223">
                <a:tc>
                  <a:txBody>
                    <a:bodyPr wrap="square" lIns="64008" rIns="64008" tIns="9144" bIns="9144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20" b="1"/>
                        <a:t>Menu et aide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 wrap="square" lIns="64008" rIns="64008" tIns="9144" bIns="9144"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sz="1510" b="0"/>
                        <a:t>Les fonctionnalités sont accessibles depuis un menu principal. Une aide présente les règles et l’utilisation du jeu.</a:t>
                      </a:r>
                      <a:endParaRPr lang="fr-FR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90656420"/>
                  </a:ext>
                </a:extLst>
              </a:tr>
              <a:tr h="280223">
                <a:tc>
                  <a:txBody>
                    <a:bodyPr wrap="square" lIns="64008" rIns="64008" tIns="9144" bIns="9144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20" b="1"/>
                        <a:t>Quitter le jeu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 wrap="square" lIns="64008" rIns="64008" tIns="9144" bIns="9144"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sz="1510" b="0"/>
                        <a:t>L’application doit pouvoir être quittée à tout moment.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4082437"/>
                  </a:ext>
                </a:extLst>
              </a:tr>
              <a:tr h="807706">
                <a:tc>
                  <a:txBody>
                    <a:bodyPr wrap="square" lIns="64008" rIns="64008" tIns="9144" bIns="9144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20" b="1"/>
                        <a:t>Code source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 wrap="square" lIns="64008" rIns="64008" tIns="9144" bIns="9144"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sz="1510" b="0"/>
                        <a:t>Code C commenté et correctement indenté ; compilation sans erreur ni avertissement (warning).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3771406"/>
                  </a:ext>
                </a:extLst>
              </a:tr>
              <a:tr h="840668">
                <a:tc>
                  <a:txBody>
                    <a:bodyPr wrap="square" lIns="64008" rIns="64008" tIns="9144" bIns="9144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20" b="1"/>
                        <a:t>Programmation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 wrap="square" lIns="64008" rIns="64008" tIns="9144" bIns="9144"/>
                    <a:lstStyle/>
                    <a:p>
                      <a:pPr marL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sz="1510" b="0"/>
                        <a:t>Structurer le programme en fonctions et sous-fonctions. L’utilisation des structures est appréciée.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4609873"/>
                  </a:ext>
                </a:extLst>
              </a:tr>
              <a:tr h="1120890">
                <a:tc>
                  <a:txBody>
                    <a:bodyPr wrap="square" lIns="64008" rIns="64008" tIns="9144" bIns="9144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20" b="1"/>
                        <a:t>Contrainte C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 wrap="square" lIns="64008" rIns="64008" tIns="9144" bIns="9144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0" b="0"/>
                        <a:t>Développement obligatoire en C, en mode console. Les grilles et options sont représentées sous forme textuelle.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1770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42433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Important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844824"/>
            <a:ext cx="8277225" cy="4480560"/>
          </a:xfrm>
        </p:spPr>
        <p:txBody>
          <a:bodyPr wrap="square" bIns="73152"/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220"/>
              <a:t>Contactez-moi si vous êtes bloqués : ne restez pas seuls face à une difficulté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200"/>
              <a:t>Vous devez coder vous-mêmes et comprendre chaque partie de votre programme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200"/>
              <a:t>Toute copie d’un projet existant ou d’un programme trouvé en ligne sera sanctionnée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200"/>
              <a:t>Le travail se fait en trinôme, mais la note peut être individuelle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2200"/>
              <a:t>Préparez une démonstration à chaque réunion d’avancement</a:t>
            </a:r>
          </a:p>
        </p:txBody>
      </p:sp>
      <p:sp>
        <p:nvSpPr>
          <p:cNvPr id="251908" name="TextBox 251907"/>
          <p:cNvSpPr txBox="1"/>
          <p:nvPr/>
        </p:nvSpPr>
        <p:spPr>
          <a:xfrm>
            <a:off x="667512" y="626364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Contact : nisrine.bajja@univ-littoral.fr</a:t>
            </a:r>
          </a:p>
        </p:txBody>
      </p:sp>
    </p:spTree>
    <p:extLst>
      <p:ext uri="{BB962C8B-B14F-4D97-AF65-F5344CB8AC3E}">
        <p14:creationId xmlns:p14="http://schemas.microsoft.com/office/powerpoint/2010/main" val="115685658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Modele_CTI">
  <a:themeElements>
    <a:clrScheme name="">
      <a:dk1>
        <a:srgbClr val="006BAB"/>
      </a:dk1>
      <a:lt1>
        <a:srgbClr val="FFFFFF"/>
      </a:lt1>
      <a:dk2>
        <a:srgbClr val="FFFFFF"/>
      </a:dk2>
      <a:lt2>
        <a:srgbClr val="C6E7FC"/>
      </a:lt2>
      <a:accent1>
        <a:srgbClr val="009DD5"/>
      </a:accent1>
      <a:accent2>
        <a:srgbClr val="073E87"/>
      </a:accent2>
      <a:accent3>
        <a:srgbClr val="FFFFFF"/>
      </a:accent3>
      <a:accent4>
        <a:srgbClr val="005A91"/>
      </a:accent4>
      <a:accent5>
        <a:srgbClr val="AACCE7"/>
      </a:accent5>
      <a:accent6>
        <a:srgbClr val="06377A"/>
      </a:accent6>
      <a:hlink>
        <a:srgbClr val="31B6FD"/>
      </a:hlink>
      <a:folHlink>
        <a:srgbClr val="5EAEFF"/>
      </a:folHlink>
    </a:clrScheme>
    <a:fontScheme name="Modele_CT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ele_CTI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_CTI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_CTI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_CTI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_CTI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_CTI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_CTI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_CTI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_CTI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_CTI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_CTI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_CTI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e_CTI 13">
        <a:dk1>
          <a:srgbClr val="006BAB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5A91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_CTI 14">
        <a:dk1>
          <a:srgbClr val="006BAB"/>
        </a:dk1>
        <a:lt1>
          <a:srgbClr val="FFFFFF"/>
        </a:lt1>
        <a:dk2>
          <a:srgbClr val="FFFFFF"/>
        </a:dk2>
        <a:lt2>
          <a:srgbClr val="808080"/>
        </a:lt2>
        <a:accent1>
          <a:srgbClr val="009DD5"/>
        </a:accent1>
        <a:accent2>
          <a:srgbClr val="333399"/>
        </a:accent2>
        <a:accent3>
          <a:srgbClr val="FFFFFF"/>
        </a:accent3>
        <a:accent4>
          <a:srgbClr val="005A91"/>
        </a:accent4>
        <a:accent5>
          <a:srgbClr val="AACCE7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_CTI 15">
        <a:dk1>
          <a:srgbClr val="006BAB"/>
        </a:dk1>
        <a:lt1>
          <a:srgbClr val="FFFFFF"/>
        </a:lt1>
        <a:dk2>
          <a:srgbClr val="FFFFFF"/>
        </a:dk2>
        <a:lt2>
          <a:srgbClr val="C6E7FC"/>
        </a:lt2>
        <a:accent1>
          <a:srgbClr val="009DD5"/>
        </a:accent1>
        <a:accent2>
          <a:srgbClr val="333399"/>
        </a:accent2>
        <a:accent3>
          <a:srgbClr val="FFFFFF"/>
        </a:accent3>
        <a:accent4>
          <a:srgbClr val="005A91"/>
        </a:accent4>
        <a:accent5>
          <a:srgbClr val="AACCE7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_CTI 16">
        <a:dk1>
          <a:srgbClr val="006BAB"/>
        </a:dk1>
        <a:lt1>
          <a:srgbClr val="FFFFFF"/>
        </a:lt1>
        <a:dk2>
          <a:srgbClr val="FFFFFF"/>
        </a:dk2>
        <a:lt2>
          <a:srgbClr val="C6E7FC"/>
        </a:lt2>
        <a:accent1>
          <a:srgbClr val="009DD5"/>
        </a:accent1>
        <a:accent2>
          <a:srgbClr val="073E87"/>
        </a:accent2>
        <a:accent3>
          <a:srgbClr val="FFFFFF"/>
        </a:accent3>
        <a:accent4>
          <a:srgbClr val="005A91"/>
        </a:accent4>
        <a:accent5>
          <a:srgbClr val="AACCE7"/>
        </a:accent5>
        <a:accent6>
          <a:srgbClr val="06377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2656</TotalTime>
  <Words>789</Words>
  <Application>Microsoft Office PowerPoint</Application>
  <PresentationFormat>Affichage à l'écran (4:3)</PresentationFormat>
  <Paragraphs>91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Modele_CTI</vt:lpstr>
      <vt:lpstr>Bureau d’étude en Python Sudoku</vt:lpstr>
      <vt:lpstr>Déroulement du projet</vt:lpstr>
      <vt:lpstr>Déroulement du projet</vt:lpstr>
      <vt:lpstr>Evaluation</vt:lpstr>
      <vt:lpstr>Evaluation</vt:lpstr>
      <vt:lpstr>Pour débuter…</vt:lpstr>
      <vt:lpstr>Pour débuter…</vt:lpstr>
      <vt:lpstr>Pour débuter…</vt:lpstr>
      <vt:lpstr>Objectifs à réaliser</vt:lpstr>
      <vt:lpstr>Obligations</vt:lpstr>
      <vt:lpstr>Important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Traitement d’images et Vision</dc:title>
  <dc:creator>Alice POREBSKI</dc:creator>
  <cp:lastModifiedBy>Alice Porebski</cp:lastModifiedBy>
  <cp:revision>44</cp:revision>
  <cp:lastPrinted>2022-10-10T12:56:03Z</cp:lastPrinted>
  <dcterms:created xsi:type="dcterms:W3CDTF">2018-10-01T09:12:49Z</dcterms:created>
  <dcterms:modified xsi:type="dcterms:W3CDTF">2026-09-16T09:49:12Z</dcterms:modified>
</cp:coreProperties>
</file>